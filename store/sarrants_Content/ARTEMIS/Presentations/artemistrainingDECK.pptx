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comments/comment1.xml" ContentType="application/vnd.openxmlformats-officedocument.presentationml.comments+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handoutMasterIdLst>
    <p:handoutMasterId r:id="rId11"/>
  </p:handoutMasterIdLst>
  <p:sldIdLst>
    <p:sldId id="256" r:id="rId2"/>
    <p:sldId id="267" r:id="rId3"/>
    <p:sldId id="268" r:id="rId4"/>
    <p:sldId id="269" r:id="rId5"/>
    <p:sldId id="270" r:id="rId6"/>
    <p:sldId id="272" r:id="rId7"/>
    <p:sldId id="273" r:id="rId8"/>
    <p:sldId id="274" r:id="rId9"/>
  </p:sldIdLst>
  <p:sldSz cx="9144000" cy="6858000" type="screen4x3"/>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ve Arrants" initials="SA" lastIdx="1" clrIdx="0">
    <p:extLst>
      <p:ext uri="{19B8F6BF-5375-455C-9EA6-DF929625EA0E}">
        <p15:presenceInfo xmlns:p15="http://schemas.microsoft.com/office/powerpoint/2012/main" userId="S-1-5-21-1715567821-343818398-839522115-67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BF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2752" autoAdjust="0"/>
  </p:normalViewPr>
  <p:slideViewPr>
    <p:cSldViewPr>
      <p:cViewPr varScale="1">
        <p:scale>
          <a:sx n="50" d="100"/>
          <a:sy n="50" d="100"/>
        </p:scale>
        <p:origin x="1260" y="4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7" d="100"/>
          <a:sy n="87" d="100"/>
        </p:scale>
        <p:origin x="-1902" y="33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12-09T14:13:16.747" idx="1">
    <p:pos x="10" y="10"/>
    <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42F8AE-4B6E-45C7-9AF7-BCD402C8204A}" type="datetimeFigureOut">
              <a:rPr lang="en-US" smtClean="0"/>
              <a:t>12/9/2014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EC91F-FC68-4C7A-B8B8-BBF366E5521A}" type="slidenum">
              <a:rPr lang="en-US" smtClean="0"/>
              <a:t>‹#›</a:t>
            </a:fld>
            <a:endParaRPr lang="en-US"/>
          </a:p>
        </p:txBody>
      </p:sp>
    </p:spTree>
    <p:extLst>
      <p:ext uri="{BB962C8B-B14F-4D97-AF65-F5344CB8AC3E}">
        <p14:creationId xmlns:p14="http://schemas.microsoft.com/office/powerpoint/2010/main" val="834528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F6A60D-6409-43CA-A1AA-49310B4BE6C6}" type="datetimeFigureOut">
              <a:rPr lang="en-US" smtClean="0"/>
              <a:t>12/9/2014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21BDD8-6049-4956-99E4-4ACDAE2B0528}" type="slidenum">
              <a:rPr lang="en-US" smtClean="0"/>
              <a:t>‹#›</a:t>
            </a:fld>
            <a:endParaRPr lang="en-US" dirty="0"/>
          </a:p>
        </p:txBody>
      </p:sp>
    </p:spTree>
    <p:extLst>
      <p:ext uri="{BB962C8B-B14F-4D97-AF65-F5344CB8AC3E}">
        <p14:creationId xmlns:p14="http://schemas.microsoft.com/office/powerpoint/2010/main" val="3447422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pPr>
              <a:lnSpc>
                <a:spcPct val="115000"/>
              </a:lnSpc>
            </a:pPr>
            <a:endParaRPr lang="en-US" dirty="0">
              <a:ea typeface="Times New Roman"/>
              <a:cs typeface="Times New Roman"/>
            </a:endParaRPr>
          </a:p>
        </p:txBody>
      </p:sp>
      <p:sp>
        <p:nvSpPr>
          <p:cNvPr id="4" name="Slide Number Placeholder 3"/>
          <p:cNvSpPr>
            <a:spLocks noGrp="1"/>
          </p:cNvSpPr>
          <p:nvPr>
            <p:ph type="sldNum" sz="quarter" idx="10"/>
          </p:nvPr>
        </p:nvSpPr>
        <p:spPr/>
        <p:txBody>
          <a:bodyPr/>
          <a:lstStyle/>
          <a:p>
            <a:fld id="{2821BDD8-6049-4956-99E4-4ACDAE2B0528}" type="slidenum">
              <a:rPr lang="en-US" smtClean="0"/>
              <a:t>1</a:t>
            </a:fld>
            <a:endParaRPr lang="en-US" dirty="0"/>
          </a:p>
        </p:txBody>
      </p:sp>
    </p:spTree>
    <p:extLst>
      <p:ext uri="{BB962C8B-B14F-4D97-AF65-F5344CB8AC3E}">
        <p14:creationId xmlns:p14="http://schemas.microsoft.com/office/powerpoint/2010/main" val="1251529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21BDD8-6049-4956-99E4-4ACDAE2B0528}" type="slidenum">
              <a:rPr lang="en-US" smtClean="0"/>
              <a:t>2</a:t>
            </a:fld>
            <a:endParaRPr lang="en-US" dirty="0"/>
          </a:p>
        </p:txBody>
      </p:sp>
    </p:spTree>
    <p:extLst>
      <p:ext uri="{BB962C8B-B14F-4D97-AF65-F5344CB8AC3E}">
        <p14:creationId xmlns:p14="http://schemas.microsoft.com/office/powerpoint/2010/main" val="110964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course introduces you to Artemis. </a:t>
            </a:r>
          </a:p>
          <a:p>
            <a:r>
              <a:rPr lang="en-US" baseline="0" dirty="0" smtClean="0"/>
              <a:t>We’re going to use a lecture format, but most of the work will be a demonstration and then you’ll follow along. At the end of the course you will be able to use Artemis in your daily work. </a:t>
            </a:r>
          </a:p>
          <a:p>
            <a:endParaRPr lang="en-US" baseline="0" dirty="0" smtClean="0"/>
          </a:p>
          <a:p>
            <a:r>
              <a:rPr lang="en-US" baseline="0" dirty="0" smtClean="0"/>
              <a:t>You all should have received a link to the assets we’ll use in today’s training, along with the login information. These assets are real ads, articles, etc. You’re going to use them today to learn how to use Artemis.</a:t>
            </a:r>
          </a:p>
          <a:p>
            <a:endParaRPr lang="en-US" baseline="0" dirty="0" smtClean="0"/>
          </a:p>
          <a:p>
            <a:r>
              <a:rPr lang="en-US" baseline="0" dirty="0" smtClean="0"/>
              <a:t>Now, we’ll move through at our own pace. There will be a formal break to use the restroom, check messages, etc. </a:t>
            </a:r>
          </a:p>
          <a:p>
            <a:r>
              <a:rPr lang="en-US" baseline="0" dirty="0" smtClean="0"/>
              <a:t>And one more thing….(MOVE TO NEXT SLIDE)</a:t>
            </a:r>
          </a:p>
          <a:p>
            <a:endParaRPr lang="en-US" dirty="0"/>
          </a:p>
        </p:txBody>
      </p:sp>
      <p:sp>
        <p:nvSpPr>
          <p:cNvPr id="4" name="Slide Number Placeholder 3"/>
          <p:cNvSpPr>
            <a:spLocks noGrp="1"/>
          </p:cNvSpPr>
          <p:nvPr>
            <p:ph type="sldNum" sz="quarter" idx="10"/>
          </p:nvPr>
        </p:nvSpPr>
        <p:spPr/>
        <p:txBody>
          <a:bodyPr/>
          <a:lstStyle/>
          <a:p>
            <a:fld id="{2821BDD8-6049-4956-99E4-4ACDAE2B0528}" type="slidenum">
              <a:rPr lang="en-US" smtClean="0"/>
              <a:t>3</a:t>
            </a:fld>
            <a:endParaRPr lang="en-US" dirty="0"/>
          </a:p>
        </p:txBody>
      </p:sp>
    </p:spTree>
    <p:extLst>
      <p:ext uri="{BB962C8B-B14F-4D97-AF65-F5344CB8AC3E}">
        <p14:creationId xmlns:p14="http://schemas.microsoft.com/office/powerpoint/2010/main" val="2136267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21BDD8-6049-4956-99E4-4ACDAE2B0528}" type="slidenum">
              <a:rPr lang="en-US" smtClean="0"/>
              <a:t>4</a:t>
            </a:fld>
            <a:endParaRPr lang="en-US" dirty="0"/>
          </a:p>
        </p:txBody>
      </p:sp>
    </p:spTree>
    <p:extLst>
      <p:ext uri="{BB962C8B-B14F-4D97-AF65-F5344CB8AC3E}">
        <p14:creationId xmlns:p14="http://schemas.microsoft.com/office/powerpoint/2010/main" val="1452567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Artemis</a:t>
            </a:r>
            <a:r>
              <a:rPr lang="en-US" baseline="0" dirty="0" smtClean="0"/>
              <a:t> is our new, web-based software – also known as SaaS, or Software as a Service – that we transitioning to from FileMaker. The interface is cleaner, more intuitive, and was built with each task in mind. </a:t>
            </a:r>
          </a:p>
          <a:p>
            <a:endParaRPr lang="en-US" baseline="0" dirty="0" smtClean="0"/>
          </a:p>
          <a:p>
            <a:r>
              <a:rPr lang="en-US" baseline="0" dirty="0" smtClean="0"/>
              <a:t>Artemis is easier to learn, easier to use, and will help with the goal of reducing costs and time to delivery. </a:t>
            </a:r>
          </a:p>
          <a:p>
            <a:endParaRPr lang="en-US" baseline="0" dirty="0" smtClean="0"/>
          </a:p>
          <a:p>
            <a:r>
              <a:rPr lang="en-US" baseline="0" dirty="0" smtClean="0"/>
              <a:t>Artemis is web-based. That means you can use it from anywhere. You can use it here at work, at home, while waiting for a plane – anywhere you have a net connection. You’ll use the internet and not a connection to “The Farm.” </a:t>
            </a:r>
          </a:p>
          <a:p>
            <a:endParaRPr lang="en-US" dirty="0"/>
          </a:p>
        </p:txBody>
      </p:sp>
      <p:sp>
        <p:nvSpPr>
          <p:cNvPr id="4" name="Slide Number Placeholder 3"/>
          <p:cNvSpPr>
            <a:spLocks noGrp="1"/>
          </p:cNvSpPr>
          <p:nvPr>
            <p:ph type="sldNum" sz="quarter" idx="10"/>
          </p:nvPr>
        </p:nvSpPr>
        <p:spPr/>
        <p:txBody>
          <a:bodyPr/>
          <a:lstStyle/>
          <a:p>
            <a:fld id="{2821BDD8-6049-4956-99E4-4ACDAE2B0528}" type="slidenum">
              <a:rPr lang="en-US" smtClean="0"/>
              <a:t>5</a:t>
            </a:fld>
            <a:endParaRPr lang="en-US" dirty="0"/>
          </a:p>
        </p:txBody>
      </p:sp>
    </p:spTree>
    <p:extLst>
      <p:ext uri="{BB962C8B-B14F-4D97-AF65-F5344CB8AC3E}">
        <p14:creationId xmlns:p14="http://schemas.microsoft.com/office/powerpoint/2010/main" val="235896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Switch</a:t>
            </a:r>
            <a:r>
              <a:rPr lang="en-US" baseline="0" dirty="0" smtClean="0"/>
              <a:t> to browser, log in, and walk through Artemis. </a:t>
            </a:r>
          </a:p>
          <a:p>
            <a:endParaRPr lang="en-US" baseline="0" dirty="0" smtClean="0"/>
          </a:p>
          <a:p>
            <a:r>
              <a:rPr lang="en-US" baseline="0" dirty="0" smtClean="0"/>
              <a:t>TASKS Tab and screen. This is where they’ll land when logging in. Explain that there may be more tabs or fewer tabs available depending on their role. The PE roles has three—Administer, Production, Tasks. Let’s go through each.</a:t>
            </a:r>
          </a:p>
          <a:p>
            <a:endParaRPr lang="en-US" baseline="0" dirty="0" smtClean="0"/>
          </a:p>
          <a:p>
            <a:r>
              <a:rPr lang="en-US" baseline="0" dirty="0" smtClean="0"/>
              <a:t>ADMINISTER – used to view / add / edit organizations (customers), titles, roles, groups, and perform Setup. As a rule, </a:t>
            </a:r>
            <a:r>
              <a:rPr lang="en-US" baseline="0" dirty="0" err="1" smtClean="0"/>
              <a:t>PEs</a:t>
            </a:r>
            <a:r>
              <a:rPr lang="en-US" baseline="0" dirty="0" smtClean="0"/>
              <a:t> won’t be using this tab. </a:t>
            </a:r>
          </a:p>
          <a:p>
            <a:endParaRPr lang="en-US" baseline="0" dirty="0" smtClean="0"/>
          </a:p>
          <a:p>
            <a:r>
              <a:rPr lang="en-US" baseline="0" dirty="0" smtClean="0"/>
              <a:t>PRODUCTION – access the individual components – Ads, FMBM, Articles, and Issues. You can use this to find and work with specific components. </a:t>
            </a:r>
          </a:p>
          <a:p>
            <a:endParaRPr lang="en-US" baseline="0" dirty="0" smtClean="0"/>
          </a:p>
          <a:p>
            <a:r>
              <a:rPr lang="en-US" baseline="0" dirty="0" smtClean="0"/>
              <a:t>TASKS – Use to search and find components at specific tasks. For example, find an article in (AR) MS Prep.  Incidentally, you’ll see that each task name has two letter in parenthesis as a prefix. This indicates the type of component:</a:t>
            </a:r>
            <a:br>
              <a:rPr lang="en-US" baseline="0" dirty="0" smtClean="0"/>
            </a:br>
            <a:r>
              <a:rPr lang="en-US" baseline="0" dirty="0" smtClean="0"/>
              <a:t>AD --Ad</a:t>
            </a:r>
          </a:p>
          <a:p>
            <a:r>
              <a:rPr lang="en-US" baseline="0" dirty="0" smtClean="0"/>
              <a:t>AR -- Article</a:t>
            </a:r>
            <a:br>
              <a:rPr lang="en-US" baseline="0" dirty="0" smtClean="0"/>
            </a:br>
            <a:r>
              <a:rPr lang="en-US" baseline="0" dirty="0" smtClean="0"/>
              <a:t>FM – Front matter/back matter</a:t>
            </a:r>
            <a:br>
              <a:rPr lang="en-US" baseline="0" dirty="0" smtClean="0"/>
            </a:br>
            <a:r>
              <a:rPr lang="en-US" baseline="0" dirty="0" smtClean="0"/>
              <a:t>IS – Issue </a:t>
            </a:r>
          </a:p>
          <a:p>
            <a:endParaRPr lang="en-US" baseline="0" dirty="0" smtClean="0"/>
          </a:p>
        </p:txBody>
      </p:sp>
      <p:sp>
        <p:nvSpPr>
          <p:cNvPr id="4" name="Slide Number Placeholder 3"/>
          <p:cNvSpPr>
            <a:spLocks noGrp="1"/>
          </p:cNvSpPr>
          <p:nvPr>
            <p:ph type="sldNum" sz="quarter" idx="10"/>
          </p:nvPr>
        </p:nvSpPr>
        <p:spPr/>
        <p:txBody>
          <a:bodyPr/>
          <a:lstStyle/>
          <a:p>
            <a:fld id="{2821BDD8-6049-4956-99E4-4ACDAE2B0528}" type="slidenum">
              <a:rPr lang="en-US" smtClean="0"/>
              <a:t>6</a:t>
            </a:fld>
            <a:endParaRPr lang="en-US" dirty="0"/>
          </a:p>
        </p:txBody>
      </p:sp>
    </p:spTree>
    <p:extLst>
      <p:ext uri="{BB962C8B-B14F-4D97-AF65-F5344CB8AC3E}">
        <p14:creationId xmlns:p14="http://schemas.microsoft.com/office/powerpoint/2010/main" val="3237349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21BDD8-6049-4956-99E4-4ACDAE2B0528}" type="slidenum">
              <a:rPr lang="en-US" smtClean="0"/>
              <a:t>7</a:t>
            </a:fld>
            <a:endParaRPr lang="en-US" dirty="0"/>
          </a:p>
        </p:txBody>
      </p:sp>
    </p:spTree>
    <p:extLst>
      <p:ext uri="{BB962C8B-B14F-4D97-AF65-F5344CB8AC3E}">
        <p14:creationId xmlns:p14="http://schemas.microsoft.com/office/powerpoint/2010/main" val="3102382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821BDD8-6049-4956-99E4-4ACDAE2B0528}" type="slidenum">
              <a:rPr lang="en-US" smtClean="0"/>
              <a:t>8</a:t>
            </a:fld>
            <a:endParaRPr lang="en-US" dirty="0"/>
          </a:p>
        </p:txBody>
      </p:sp>
    </p:spTree>
    <p:extLst>
      <p:ext uri="{BB962C8B-B14F-4D97-AF65-F5344CB8AC3E}">
        <p14:creationId xmlns:p14="http://schemas.microsoft.com/office/powerpoint/2010/main" val="3833100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p:nvPr/>
        </p:nvPicPr>
        <p:blipFill rotWithShape="1">
          <a:blip r:embed="rId2" cstate="print">
            <a:extLst>
              <a:ext uri="{28A0092B-C50C-407E-A947-70E740481C1C}">
                <a14:useLocalDpi xmlns:a14="http://schemas.microsoft.com/office/drawing/2010/main" val="0"/>
              </a:ext>
            </a:extLst>
          </a:blip>
          <a:srcRect r="51156"/>
          <a:stretch/>
        </p:blipFill>
        <p:spPr>
          <a:xfrm>
            <a:off x="0" y="0"/>
            <a:ext cx="3796339" cy="6858000"/>
          </a:xfrm>
          <a:prstGeom prst="rect">
            <a:avLst/>
          </a:prstGeom>
          <a:extLst>
            <a:ext uri="{FAA26D3D-D897-4be2-8F04-BA451C77F1D7}">
              <ma14:placeholderFlag xmlns:ma14="http://schemas.microsoft.com/office/mac/drawingml/2011/main" xmlns=""/>
            </a:ext>
          </a:extLst>
        </p:spPr>
      </p:pic>
      <p:sp>
        <p:nvSpPr>
          <p:cNvPr id="2" name="Title 1"/>
          <p:cNvSpPr>
            <a:spLocks noGrp="1"/>
          </p:cNvSpPr>
          <p:nvPr>
            <p:ph type="ctrTitle" hasCustomPrompt="1"/>
          </p:nvPr>
        </p:nvSpPr>
        <p:spPr>
          <a:xfrm>
            <a:off x="2849836" y="2443141"/>
            <a:ext cx="6078470" cy="1737078"/>
          </a:xfrm>
        </p:spPr>
        <p:txBody>
          <a:bodyPr/>
          <a:lstStyle>
            <a:lvl1pPr algn="r">
              <a:defRPr sz="4000" b="1" baseline="0">
                <a:solidFill>
                  <a:srgbClr val="404040"/>
                </a:solidFill>
                <a:latin typeface="Calibri"/>
                <a:cs typeface="Calibri"/>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849836" y="4323401"/>
            <a:ext cx="6078470" cy="699534"/>
          </a:xfrm>
        </p:spPr>
        <p:txBody>
          <a:bodyPr>
            <a:normAutofit/>
          </a:bodyPr>
          <a:lstStyle>
            <a:lvl1pPr marL="0" indent="0" algn="r">
              <a:buNone/>
              <a:defRPr sz="2000" b="0">
                <a:solidFill>
                  <a:srgbClr val="71BF4B"/>
                </a:solidFill>
                <a:latin typeface="Calibri"/>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5" name="Picture 4" descr="TSG-logo-transparen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3891" y="1096855"/>
            <a:ext cx="1891779" cy="939235"/>
          </a:xfrm>
          <a:prstGeom prst="rect">
            <a:avLst/>
          </a:prstGeom>
        </p:spPr>
      </p:pic>
      <p:sp>
        <p:nvSpPr>
          <p:cNvPr id="4" name="Rectangle 3"/>
          <p:cNvSpPr/>
          <p:nvPr/>
        </p:nvSpPr>
        <p:spPr>
          <a:xfrm>
            <a:off x="0" y="6629400"/>
            <a:ext cx="6553200" cy="228600"/>
          </a:xfrm>
          <a:prstGeom prst="rect">
            <a:avLst/>
          </a:prstGeom>
          <a:gradFill flip="none" rotWithShape="1">
            <a:gsLst>
              <a:gs pos="0">
                <a:srgbClr val="71BF4B"/>
              </a:gs>
              <a:gs pos="100000">
                <a:srgbClr val="5D9E3F"/>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p:cNvSpPr/>
          <p:nvPr/>
        </p:nvSpPr>
        <p:spPr>
          <a:xfrm>
            <a:off x="6629400" y="6629400"/>
            <a:ext cx="2514600" cy="228600"/>
          </a:xfrm>
          <a:prstGeom prst="rect">
            <a:avLst/>
          </a:prstGeom>
          <a:gradFill flip="none" rotWithShape="1">
            <a:gsLst>
              <a:gs pos="0">
                <a:srgbClr val="103A5E"/>
              </a:gs>
              <a:gs pos="100000">
                <a:srgbClr val="0B2A45"/>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680205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marL="457200" marR="0" indent="-457200" algn="l" defTabSz="457200" rtl="0" eaLnBrk="1" fontAlgn="auto" latinLnBrk="0" hangingPunct="1">
              <a:lnSpc>
                <a:spcPct val="100000"/>
              </a:lnSpc>
              <a:spcBef>
                <a:spcPct val="20000"/>
              </a:spcBef>
              <a:spcAft>
                <a:spcPts val="0"/>
              </a:spcAft>
              <a:buClr>
                <a:srgbClr val="71BF4B"/>
              </a:buClr>
              <a:buSzTx/>
              <a:buFont typeface="Wingdings" charset="2"/>
              <a:buChar char="§"/>
              <a:tabLst/>
              <a:defRPr sz="2400" b="1"/>
            </a:lvl1pPr>
            <a:lvl2pPr marL="742950" marR="0" indent="-285750" algn="l" defTabSz="457200" rtl="0" eaLnBrk="1" fontAlgn="auto" latinLnBrk="0" hangingPunct="1">
              <a:lnSpc>
                <a:spcPct val="100000"/>
              </a:lnSpc>
              <a:spcBef>
                <a:spcPct val="20000"/>
              </a:spcBef>
              <a:spcAft>
                <a:spcPts val="0"/>
              </a:spcAft>
              <a:buClrTx/>
              <a:buSzTx/>
              <a:buFont typeface="Wingdings" charset="2"/>
              <a:buChar char="§"/>
              <a:tabLst/>
              <a:defRPr sz="2400"/>
            </a:lvl2pPr>
            <a:lvl3pPr marL="1143000" marR="0" indent="-228600" algn="l" defTabSz="457200" rtl="0" eaLnBrk="1" fontAlgn="auto" latinLnBrk="0" hangingPunct="1">
              <a:lnSpc>
                <a:spcPct val="100000"/>
              </a:lnSpc>
              <a:spcBef>
                <a:spcPct val="20000"/>
              </a:spcBef>
              <a:spcAft>
                <a:spcPts val="0"/>
              </a:spcAft>
              <a:buClrTx/>
              <a:buSzTx/>
              <a:buFont typeface="Arial"/>
              <a:buChar char="•"/>
              <a:tabLst/>
              <a:defRPr sz="2400"/>
            </a:lvl3pPr>
            <a:lvl4pPr marL="1600200" marR="0" indent="-228600" algn="l" defTabSz="457200" rtl="0" eaLnBrk="1" fontAlgn="auto" latinLnBrk="0" hangingPunct="1">
              <a:lnSpc>
                <a:spcPct val="100000"/>
              </a:lnSpc>
              <a:spcBef>
                <a:spcPct val="20000"/>
              </a:spcBef>
              <a:spcAft>
                <a:spcPts val="0"/>
              </a:spcAft>
              <a:buClrTx/>
              <a:buSzTx/>
              <a:buFont typeface="Arial"/>
              <a:buChar char="•"/>
              <a:tabLst/>
              <a:defRPr sz="2400"/>
            </a:lvl4pPr>
            <a:lvl5pPr marL="2057400" marR="0" indent="-228600" algn="l" defTabSz="457200" rtl="0" eaLnBrk="1" fontAlgn="auto" latinLnBrk="0" hangingPunct="1">
              <a:lnSpc>
                <a:spcPct val="100000"/>
              </a:lnSpc>
              <a:spcBef>
                <a:spcPct val="20000"/>
              </a:spcBef>
              <a:spcAft>
                <a:spcPts val="0"/>
              </a:spcAft>
              <a:buClrTx/>
              <a:buSzTx/>
              <a:buFont typeface="Arial"/>
              <a:buChar char="•"/>
              <a:tabLst/>
              <a:defRPr sz="2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Placeholder 1"/>
          <p:cNvSpPr>
            <a:spLocks noGrp="1"/>
          </p:cNvSpPr>
          <p:nvPr>
            <p:ph type="title"/>
          </p:nvPr>
        </p:nvSpPr>
        <p:spPr>
          <a:xfrm>
            <a:off x="457200" y="139701"/>
            <a:ext cx="8229600" cy="1071562"/>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Tree>
    <p:extLst>
      <p:ext uri="{BB962C8B-B14F-4D97-AF65-F5344CB8AC3E}">
        <p14:creationId xmlns:p14="http://schemas.microsoft.com/office/powerpoint/2010/main" val="3708989594"/>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5" name="Picture 4"/>
          <p:cNvPicPr/>
          <p:nvPr/>
        </p:nvPicPr>
        <p:blipFill rotWithShape="1">
          <a:blip r:embed="rId2" cstate="print">
            <a:extLst>
              <a:ext uri="{28A0092B-C50C-407E-A947-70E740481C1C}">
                <a14:useLocalDpi xmlns:a14="http://schemas.microsoft.com/office/drawing/2010/main" val="0"/>
              </a:ext>
            </a:extLst>
          </a:blip>
          <a:srcRect r="51156"/>
          <a:stretch/>
        </p:blipFill>
        <p:spPr>
          <a:xfrm>
            <a:off x="0" y="0"/>
            <a:ext cx="3796339" cy="6858000"/>
          </a:xfrm>
          <a:prstGeom prst="rect">
            <a:avLst/>
          </a:prstGeom>
          <a:extLst>
            <a:ext uri="{FAA26D3D-D897-4be2-8F04-BA451C77F1D7}">
              <ma14:placeholderFlag xmlns:ma14="http://schemas.microsoft.com/office/mac/drawingml/2011/main" xmlns=""/>
            </a:ext>
          </a:extLst>
        </p:spPr>
      </p:pic>
      <p:sp>
        <p:nvSpPr>
          <p:cNvPr id="2" name="Title 1"/>
          <p:cNvSpPr>
            <a:spLocks noGrp="1"/>
          </p:cNvSpPr>
          <p:nvPr>
            <p:ph type="title" hasCustomPrompt="1"/>
          </p:nvPr>
        </p:nvSpPr>
        <p:spPr>
          <a:xfrm>
            <a:off x="722313" y="3388925"/>
            <a:ext cx="7772400" cy="1362075"/>
          </a:xfrm>
        </p:spPr>
        <p:txBody>
          <a:bodyPr anchor="t"/>
          <a:lstStyle>
            <a:lvl1pPr algn="l">
              <a:defRPr sz="3600" b="0" cap="none">
                <a:solidFill>
                  <a:srgbClr val="103A5E"/>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1888738"/>
            <a:ext cx="7772400" cy="1500187"/>
          </a:xfrm>
        </p:spPr>
        <p:txBody>
          <a:bodyPr anchor="b"/>
          <a:lstStyle>
            <a:lvl1pPr marL="0" indent="0">
              <a:buNone/>
              <a:defRPr sz="2000" b="0">
                <a:solidFill>
                  <a:srgbClr val="71BF4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7" name="Picture 6" descr="TSG-logo-transparen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5410200"/>
            <a:ext cx="1447800" cy="718807"/>
          </a:xfrm>
          <a:prstGeom prst="rect">
            <a:avLst/>
          </a:prstGeom>
        </p:spPr>
      </p:pic>
      <p:sp>
        <p:nvSpPr>
          <p:cNvPr id="8" name="Rectangle 7"/>
          <p:cNvSpPr/>
          <p:nvPr/>
        </p:nvSpPr>
        <p:spPr>
          <a:xfrm>
            <a:off x="2590800" y="6629400"/>
            <a:ext cx="6553200" cy="228600"/>
          </a:xfrm>
          <a:prstGeom prst="rect">
            <a:avLst/>
          </a:prstGeom>
          <a:gradFill flip="none" rotWithShape="1">
            <a:gsLst>
              <a:gs pos="0">
                <a:srgbClr val="71BF4B"/>
              </a:gs>
              <a:gs pos="100000">
                <a:srgbClr val="5D9E3F"/>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p:cNvSpPr/>
          <p:nvPr/>
        </p:nvSpPr>
        <p:spPr>
          <a:xfrm>
            <a:off x="0" y="6629400"/>
            <a:ext cx="2514600" cy="228600"/>
          </a:xfrm>
          <a:prstGeom prst="rect">
            <a:avLst/>
          </a:prstGeom>
          <a:gradFill flip="none" rotWithShape="1">
            <a:gsLst>
              <a:gs pos="0">
                <a:srgbClr val="103A5E"/>
              </a:gs>
              <a:gs pos="100000">
                <a:srgbClr val="0B2A45"/>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3966176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40944448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hasCustomPrompt="1"/>
          </p:nvPr>
        </p:nvSpPr>
        <p:spPr>
          <a:xfrm>
            <a:off x="457200" y="1535113"/>
            <a:ext cx="4040188" cy="639762"/>
          </a:xfrm>
        </p:spPr>
        <p:txBody>
          <a:bodyPr anchor="b">
            <a:noAutofit/>
          </a:bodyPr>
          <a:lstStyle>
            <a:lvl1pPr marL="0" indent="0">
              <a:buNone/>
              <a:defRPr sz="2000" b="0">
                <a:solidFill>
                  <a:srgbClr val="71BF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4645025" y="1535113"/>
            <a:ext cx="4041775" cy="639762"/>
          </a:xfrm>
        </p:spPr>
        <p:txBody>
          <a:bodyPr anchor="b">
            <a:noAutofit/>
          </a:bodyPr>
          <a:lstStyle>
            <a:lvl1pPr marL="0" indent="0">
              <a:buNone/>
              <a:defRPr sz="2000" b="0">
                <a:solidFill>
                  <a:srgbClr val="71BF4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32608069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0876832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97684583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3050"/>
            <a:ext cx="3008313" cy="1162050"/>
          </a:xfrm>
        </p:spPr>
        <p:txBody>
          <a:bodyPr anchor="b"/>
          <a:lstStyle>
            <a:lvl1pPr algn="l">
              <a:defRPr sz="2400" b="0">
                <a:solidFill>
                  <a:schemeClr val="bg1">
                    <a:lumMod val="50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normAutofit/>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2780580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Footer Placeholder 2"/>
          <p:cNvSpPr>
            <a:spLocks noGrp="1"/>
          </p:cNvSpPr>
          <p:nvPr>
            <p:ph type="ftr" sz="quarter" idx="10"/>
          </p:nvPr>
        </p:nvSpPr>
        <p:spPr/>
        <p:txBody>
          <a:bodyPr/>
          <a:lstStyle/>
          <a:p>
            <a:endParaRPr lang="en-US" dirty="0"/>
          </a:p>
        </p:txBody>
      </p:sp>
      <p:sp>
        <p:nvSpPr>
          <p:cNvPr id="5" name="Text Placeholder 3"/>
          <p:cNvSpPr>
            <a:spLocks noGrp="1"/>
          </p:cNvSpPr>
          <p:nvPr>
            <p:ph type="body" sz="half" idx="2" hasCustomPrompt="1"/>
          </p:nvPr>
        </p:nvSpPr>
        <p:spPr>
          <a:xfrm>
            <a:off x="457200" y="1435100"/>
            <a:ext cx="3008313" cy="4691063"/>
          </a:xfrm>
        </p:spPr>
        <p:txBody>
          <a:bodyPr>
            <a:normAutofit/>
          </a:bodyPr>
          <a:lstStyle>
            <a:lvl1pPr marL="0" indent="0">
              <a:buNone/>
              <a:defRPr sz="1800" b="0">
                <a:solidFill>
                  <a:srgbClr val="71BF4B"/>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8" name="Content Placeholder 7"/>
          <p:cNvSpPr>
            <a:spLocks noGrp="1"/>
          </p:cNvSpPr>
          <p:nvPr>
            <p:ph sz="quarter" idx="12"/>
          </p:nvPr>
        </p:nvSpPr>
        <p:spPr>
          <a:xfrm>
            <a:off x="3594100" y="1435100"/>
            <a:ext cx="5092700" cy="4691063"/>
          </a:xfrm>
        </p:spPr>
        <p:txBody>
          <a:bodyPr>
            <a:normAutofit/>
          </a:bodyPr>
          <a:lstStyle>
            <a:lvl1pPr>
              <a:defRPr sz="2000"/>
            </a:lvl1pPr>
            <a:lvl2pPr>
              <a:defRPr sz="2000"/>
            </a:lvl2pPr>
            <a:lvl3pPr>
              <a:defRPr sz="20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302932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800600"/>
            <a:ext cx="8229600" cy="566738"/>
          </a:xfrm>
        </p:spPr>
        <p:txBody>
          <a:bodyPr anchor="b"/>
          <a:lstStyle>
            <a:lvl1pPr algn="l">
              <a:defRPr sz="2400" b="0"/>
            </a:lvl1pPr>
          </a:lstStyle>
          <a:p>
            <a:r>
              <a:rPr lang="en-US" dirty="0" smtClean="0"/>
              <a:t>Click to edit master title style</a:t>
            </a:r>
            <a:endParaRPr lang="en-US" dirty="0"/>
          </a:p>
        </p:txBody>
      </p:sp>
      <p:sp>
        <p:nvSpPr>
          <p:cNvPr id="3" name="Picture Placeholder 2"/>
          <p:cNvSpPr>
            <a:spLocks noGrp="1"/>
          </p:cNvSpPr>
          <p:nvPr>
            <p:ph type="pic" idx="1"/>
          </p:nvPr>
        </p:nvSpPr>
        <p:spPr>
          <a:xfrm>
            <a:off x="457200" y="612775"/>
            <a:ext cx="8229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457200" y="5367338"/>
            <a:ext cx="8229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69695070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7673007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274638"/>
            <a:ext cx="2057400" cy="5851525"/>
          </a:xfrm>
        </p:spPr>
        <p:txBody>
          <a:bodyPr vert="eaVert"/>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968843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rgbClr val="FFFFFF"/>
              </a:solidFill>
              <a:ea typeface="ＭＳ Ｐゴシック" pitchFamily="-111" charset="-128"/>
            </a:endParaRPr>
          </a:p>
        </p:txBody>
      </p:sp>
      <p:sp>
        <p:nvSpPr>
          <p:cNvPr id="9" name="Snip Diagonal Corner Rectangle 8"/>
          <p:cNvSpPr/>
          <p:nvPr/>
        </p:nvSpPr>
        <p:spPr>
          <a:xfrm>
            <a:off x="457200" y="1752600"/>
            <a:ext cx="8305800" cy="4648200"/>
          </a:xfrm>
          <a:prstGeom prst="snip2DiagRect">
            <a:avLst>
              <a:gd name="adj1" fmla="val 0"/>
              <a:gd name="adj2" fmla="val 3392"/>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sp>
        <p:nvSpPr>
          <p:cNvPr id="2" name="Title 1"/>
          <p:cNvSpPr>
            <a:spLocks noGrp="1"/>
          </p:cNvSpPr>
          <p:nvPr>
            <p:ph type="ctrTitle"/>
          </p:nvPr>
        </p:nvSpPr>
        <p:spPr>
          <a:xfrm>
            <a:off x="1143000" y="2840403"/>
            <a:ext cx="6324600" cy="754062"/>
          </a:xfrm>
          <a:prstGeom prst="rect">
            <a:avLst/>
          </a:prstGeom>
        </p:spPr>
        <p:txBody>
          <a:bodyPr/>
          <a:lstStyle>
            <a:lvl1pPr>
              <a:defRPr sz="2400" b="0">
                <a:solidFill>
                  <a:srgbClr val="0073CF"/>
                </a:solidFill>
                <a:effectLst/>
              </a:defRPr>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1143000" y="3678603"/>
            <a:ext cx="6324600" cy="1198197"/>
          </a:xfrm>
        </p:spPr>
        <p:txBody>
          <a:bodyPr/>
          <a:lstStyle>
            <a:lvl1pPr marL="0" indent="0" algn="l">
              <a:buNone/>
              <a:defRPr sz="1600" b="1">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0" name="Text Placeholder 9"/>
          <p:cNvSpPr>
            <a:spLocks noGrp="1"/>
          </p:cNvSpPr>
          <p:nvPr>
            <p:ph type="body" sz="quarter" idx="10" hasCustomPrompt="1"/>
          </p:nvPr>
        </p:nvSpPr>
        <p:spPr>
          <a:xfrm>
            <a:off x="1143000" y="5562600"/>
            <a:ext cx="6324600" cy="609600"/>
          </a:xfrm>
        </p:spPr>
        <p:txBody>
          <a:bodyPr anchor="b" anchorCtr="0"/>
          <a:lstStyle>
            <a:lvl1pPr>
              <a:defRPr sz="1200" b="1">
                <a:solidFill>
                  <a:schemeClr val="accent4"/>
                </a:solidFill>
              </a:defRPr>
            </a:lvl1pPr>
          </a:lstStyle>
          <a:p>
            <a:pPr lvl="0"/>
            <a:r>
              <a:rPr lang="en-US" dirty="0" smtClean="0"/>
              <a:t>DATE</a:t>
            </a:r>
            <a:endParaRPr lang="en-US" dirty="0"/>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400" y="5410200"/>
            <a:ext cx="1744983" cy="568216"/>
          </a:xfrm>
          <a:prstGeom prst="rect">
            <a:avLst/>
          </a:prstGeom>
        </p:spPr>
      </p:pic>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Snip Diagonal Corner Rectangle 11"/>
          <p:cNvSpPr/>
          <p:nvPr/>
        </p:nvSpPr>
        <p:spPr>
          <a:xfrm>
            <a:off x="0" y="6172200"/>
            <a:ext cx="9144000" cy="685800"/>
          </a:xfrm>
          <a:prstGeom prst="snip2DiagRect">
            <a:avLst>
              <a:gd name="adj1" fmla="val 0"/>
              <a:gd name="adj2" fmla="val 0"/>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pic>
        <p:nvPicPr>
          <p:cNvPr id="9" name="Picture 8"/>
          <p:cNvPicPr/>
          <p:nvPr/>
        </p:nvPicPr>
        <p:blipFill rotWithShape="1">
          <a:blip r:embed="rId15" cstate="print">
            <a:extLst>
              <a:ext uri="{28A0092B-C50C-407E-A947-70E740481C1C}">
                <a14:useLocalDpi xmlns:a14="http://schemas.microsoft.com/office/drawing/2010/main" val="0"/>
              </a:ext>
            </a:extLst>
          </a:blip>
          <a:srcRect r="51156"/>
          <a:stretch/>
        </p:blipFill>
        <p:spPr>
          <a:xfrm>
            <a:off x="0" y="0"/>
            <a:ext cx="1247514" cy="2253606"/>
          </a:xfrm>
          <a:prstGeom prst="rect">
            <a:avLst/>
          </a:prstGeom>
          <a:extLst>
            <a:ext uri="{FAA26D3D-D897-4be2-8F04-BA451C77F1D7}">
              <ma14:placeholderFlag xmlns:ma14="http://schemas.microsoft.com/office/mac/drawingml/2011/main" xmlns=""/>
            </a:ext>
          </a:extLst>
        </p:spPr>
      </p:pic>
      <p:sp>
        <p:nvSpPr>
          <p:cNvPr id="8" name="Snip Diagonal Corner Rectangle 7"/>
          <p:cNvSpPr/>
          <p:nvPr/>
        </p:nvSpPr>
        <p:spPr>
          <a:xfrm>
            <a:off x="0" y="6172200"/>
            <a:ext cx="9144000" cy="685800"/>
          </a:xfrm>
          <a:prstGeom prst="snip2DiagRect">
            <a:avLst>
              <a:gd name="adj1" fmla="val 0"/>
              <a:gd name="adj2" fmla="val 0"/>
            </a:avLst>
          </a:prstGeom>
          <a:gradFill flip="none" rotWithShape="1">
            <a:gsLst>
              <a:gs pos="0">
                <a:schemeClr val="tx1">
                  <a:alpha val="5000"/>
                </a:schemeClr>
              </a:gs>
              <a:gs pos="100000">
                <a:schemeClr val="bg1"/>
              </a:gs>
            </a:gsLst>
            <a:lin ang="16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endParaRPr lang="en-US" sz="1500" dirty="0">
              <a:solidFill>
                <a:srgbClr val="8B8D8E">
                  <a:lumMod val="50000"/>
                </a:srgbClr>
              </a:solidFill>
              <a:ea typeface="ＭＳ Ｐゴシック" pitchFamily="34" charset="-128"/>
            </a:endParaRPr>
          </a:p>
        </p:txBody>
      </p:sp>
      <p:sp>
        <p:nvSpPr>
          <p:cNvPr id="2" name="Title Placeholder 1"/>
          <p:cNvSpPr>
            <a:spLocks noGrp="1"/>
          </p:cNvSpPr>
          <p:nvPr>
            <p:ph type="title"/>
          </p:nvPr>
        </p:nvSpPr>
        <p:spPr>
          <a:xfrm>
            <a:off x="457200" y="139701"/>
            <a:ext cx="8229600" cy="1071562"/>
          </a:xfrm>
          <a:prstGeom prst="rect">
            <a:avLst/>
          </a:prstGeom>
        </p:spPr>
        <p:txBody>
          <a:bodyPr vert="horz" lIns="91440" tIns="45720" rIns="91440" bIns="45720" rtlCol="0" anchor="b"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7200" y="6492875"/>
            <a:ext cx="2194949" cy="228600"/>
          </a:xfrm>
          <a:prstGeom prst="rect">
            <a:avLst/>
          </a:prstGeom>
        </p:spPr>
        <p:txBody>
          <a:bodyPr vert="horz" lIns="91440" tIns="45720" rIns="91440" bIns="45720" rtlCol="0" anchor="ctr"/>
          <a:lstStyle>
            <a:lvl1pPr algn="ctr">
              <a:defRPr sz="1200" b="1">
                <a:solidFill>
                  <a:schemeClr val="bg1">
                    <a:lumMod val="75000"/>
                  </a:schemeClr>
                </a:solidFill>
                <a:latin typeface="Calibri"/>
                <a:cs typeface="Calibri"/>
              </a:defRPr>
            </a:lvl1pPr>
          </a:lstStyle>
          <a:p>
            <a:endParaRPr lang="en-US" dirty="0"/>
          </a:p>
        </p:txBody>
      </p:sp>
      <p:pic>
        <p:nvPicPr>
          <p:cNvPr id="4" name="Picture 3" descr="TSG-logo-transparent.pn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90782" y="6255033"/>
            <a:ext cx="1296018" cy="422020"/>
          </a:xfrm>
          <a:prstGeom prst="rect">
            <a:avLst/>
          </a:prstGeom>
        </p:spPr>
      </p:pic>
      <p:sp>
        <p:nvSpPr>
          <p:cNvPr id="10" name="Line 7"/>
          <p:cNvSpPr>
            <a:spLocks noChangeShapeType="1"/>
          </p:cNvSpPr>
          <p:nvPr/>
        </p:nvSpPr>
        <p:spPr bwMode="auto">
          <a:xfrm>
            <a:off x="2839895" y="6492875"/>
            <a:ext cx="0" cy="254000"/>
          </a:xfrm>
          <a:prstGeom prst="line">
            <a:avLst/>
          </a:prstGeom>
          <a:noFill/>
          <a:ln w="12700">
            <a:solidFill>
              <a:srgbClr val="71BF4B"/>
            </a:solidFill>
            <a:round/>
            <a:headEnd/>
            <a:tailEnd/>
          </a:ln>
          <a:effectLst/>
        </p:spPr>
        <p:txBody>
          <a:bodyPr>
            <a:spAutoFit/>
          </a:bodyPr>
          <a:lstStyle/>
          <a:p>
            <a:pPr algn="l" fontAlgn="auto">
              <a:spcBef>
                <a:spcPts val="0"/>
              </a:spcBef>
              <a:spcAft>
                <a:spcPts val="0"/>
              </a:spcAft>
              <a:defRPr/>
            </a:pPr>
            <a:endParaRPr lang="en-US" dirty="0">
              <a:latin typeface="Arial" pitchFamily="34" charset="0"/>
              <a:ea typeface="+mn-ea"/>
            </a:endParaRPr>
          </a:p>
        </p:txBody>
      </p:sp>
      <p:sp>
        <p:nvSpPr>
          <p:cNvPr id="11" name="TextBox 10"/>
          <p:cNvSpPr txBox="1"/>
          <p:nvPr/>
        </p:nvSpPr>
        <p:spPr>
          <a:xfrm>
            <a:off x="2909887" y="6492875"/>
            <a:ext cx="442913" cy="230832"/>
          </a:xfrm>
          <a:prstGeom prst="rect">
            <a:avLst/>
          </a:prstGeom>
          <a:noFill/>
        </p:spPr>
        <p:txBody>
          <a:bodyPr wrap="square">
            <a:spAutoFit/>
          </a:bodyPr>
          <a:lstStyle/>
          <a:p>
            <a:pPr algn="l">
              <a:defRPr/>
            </a:pPr>
            <a:fld id="{30B722CE-2749-4450-AA7E-D0812E0771F0}" type="slidenum">
              <a:rPr lang="en-US" sz="900" b="1">
                <a:solidFill>
                  <a:schemeClr val="accent1"/>
                </a:solidFill>
              </a:rPr>
              <a:pPr algn="l">
                <a:defRPr/>
              </a:pPr>
              <a:t>‹#›</a:t>
            </a:fld>
            <a:endParaRPr lang="en-US" sz="900" b="1" dirty="0">
              <a:solidFill>
                <a:schemeClr val="accent1"/>
              </a:solidFill>
            </a:endParaRPr>
          </a:p>
        </p:txBody>
      </p:sp>
      <p:sp>
        <p:nvSpPr>
          <p:cNvPr id="13" name="Line 7"/>
          <p:cNvSpPr>
            <a:spLocks noChangeShapeType="1"/>
          </p:cNvSpPr>
          <p:nvPr/>
        </p:nvSpPr>
        <p:spPr bwMode="auto">
          <a:xfrm>
            <a:off x="2839895" y="6492875"/>
            <a:ext cx="0" cy="254000"/>
          </a:xfrm>
          <a:prstGeom prst="line">
            <a:avLst/>
          </a:prstGeom>
          <a:noFill/>
          <a:ln w="12700">
            <a:solidFill>
              <a:srgbClr val="71BF4B"/>
            </a:solidFill>
            <a:round/>
            <a:headEnd/>
            <a:tailEnd/>
          </a:ln>
          <a:effectLst/>
        </p:spPr>
        <p:txBody>
          <a:bodyPr>
            <a:spAutoFit/>
          </a:bodyPr>
          <a:lstStyle/>
          <a:p>
            <a:pPr algn="l" fontAlgn="auto">
              <a:spcBef>
                <a:spcPts val="0"/>
              </a:spcBef>
              <a:spcAft>
                <a:spcPts val="0"/>
              </a:spcAft>
              <a:defRPr/>
            </a:pPr>
            <a:endParaRPr lang="en-US" dirty="0">
              <a:latin typeface="Arial" pitchFamily="34" charset="0"/>
              <a:ea typeface="+mn-ea"/>
            </a:endParaRPr>
          </a:p>
        </p:txBody>
      </p:sp>
      <p:sp>
        <p:nvSpPr>
          <p:cNvPr id="15" name="TextBox 14"/>
          <p:cNvSpPr txBox="1"/>
          <p:nvPr/>
        </p:nvSpPr>
        <p:spPr>
          <a:xfrm>
            <a:off x="2909887" y="6492875"/>
            <a:ext cx="442913" cy="230832"/>
          </a:xfrm>
          <a:prstGeom prst="rect">
            <a:avLst/>
          </a:prstGeom>
          <a:noFill/>
        </p:spPr>
        <p:txBody>
          <a:bodyPr wrap="square">
            <a:spAutoFit/>
          </a:bodyPr>
          <a:lstStyle/>
          <a:p>
            <a:pPr algn="l">
              <a:defRPr/>
            </a:pPr>
            <a:fld id="{30B722CE-2749-4450-AA7E-D0812E0771F0}" type="slidenum">
              <a:rPr lang="en-US" sz="900" b="1">
                <a:solidFill>
                  <a:schemeClr val="accent1"/>
                </a:solidFill>
              </a:rPr>
              <a:pPr algn="l">
                <a:defRPr/>
              </a:pPr>
              <a:t>‹#›</a:t>
            </a:fld>
            <a:endParaRPr lang="en-US" sz="900" b="1" dirty="0">
              <a:solidFill>
                <a:schemeClr val="accent1"/>
              </a:solidFill>
            </a:endParaRPr>
          </a:p>
        </p:txBody>
      </p:sp>
    </p:spTree>
    <p:extLst>
      <p:ext uri="{BB962C8B-B14F-4D97-AF65-F5344CB8AC3E}">
        <p14:creationId xmlns:p14="http://schemas.microsoft.com/office/powerpoint/2010/main" val="2480137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fade/>
  </p:transition>
  <p:timing>
    <p:tnLst>
      <p:par>
        <p:cTn id="1" dur="indefinite" restart="never" nodeType="tmRoot"/>
      </p:par>
    </p:tnLst>
  </p:timing>
  <p:txStyles>
    <p:titleStyle>
      <a:lvl1pPr algn="l" defTabSz="457200" rtl="0" eaLnBrk="1" latinLnBrk="0" hangingPunct="1">
        <a:spcBef>
          <a:spcPct val="0"/>
        </a:spcBef>
        <a:buNone/>
        <a:defRPr sz="3200" b="0" kern="1200">
          <a:solidFill>
            <a:srgbClr val="103A5E"/>
          </a:solidFill>
          <a:latin typeface="Calibri"/>
          <a:ea typeface="+mj-ea"/>
          <a:cs typeface="Calibri"/>
        </a:defRPr>
      </a:lvl1pPr>
    </p:titleStyle>
    <p:bodyStyle>
      <a:lvl1pPr marL="457200" indent="-457200" algn="l" defTabSz="457200" rtl="0" eaLnBrk="1" latinLnBrk="0" hangingPunct="1">
        <a:spcBef>
          <a:spcPct val="20000"/>
        </a:spcBef>
        <a:buClr>
          <a:srgbClr val="71BF4B"/>
        </a:buClr>
        <a:buFont typeface="Wingdings" charset="2"/>
        <a:buChar char="§"/>
        <a:defRPr sz="2000" b="0" kern="1200">
          <a:solidFill>
            <a:schemeClr val="tx1"/>
          </a:solidFill>
          <a:latin typeface="Calibri"/>
          <a:ea typeface="+mn-ea"/>
          <a:cs typeface="Calibri"/>
        </a:defRPr>
      </a:lvl1pPr>
      <a:lvl2pPr marL="742950" indent="-285750" algn="l" defTabSz="457200" rtl="0" eaLnBrk="1" latinLnBrk="0" hangingPunct="1">
        <a:spcBef>
          <a:spcPct val="20000"/>
        </a:spcBef>
        <a:buClrTx/>
        <a:buFont typeface="Wingdings" charset="2"/>
        <a:buChar char="§"/>
        <a:defRPr sz="2000" kern="1200">
          <a:solidFill>
            <a:schemeClr val="tx1"/>
          </a:solidFill>
          <a:latin typeface="Calibri"/>
          <a:ea typeface="+mn-ea"/>
          <a:cs typeface="Calibri"/>
        </a:defRPr>
      </a:lvl2pPr>
      <a:lvl3pPr marL="11430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3pPr>
      <a:lvl4pPr marL="16002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4pPr>
      <a:lvl5pPr marL="2057400" indent="-228600" algn="l" defTabSz="457200" rtl="0" eaLnBrk="1" latinLnBrk="0" hangingPunct="1">
        <a:spcBef>
          <a:spcPct val="20000"/>
        </a:spcBef>
        <a:buFont typeface="Arial"/>
        <a:buChar char="•"/>
        <a:defRPr sz="2000" kern="1200">
          <a:solidFill>
            <a:schemeClr val="tx1"/>
          </a:solidFill>
          <a:latin typeface="Calibri"/>
          <a:ea typeface="+mn-ea"/>
          <a:cs typeface="Calibri"/>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Artemis Productivity</a:t>
            </a:r>
            <a:endParaRPr lang="en-US" dirty="0"/>
          </a:p>
        </p:txBody>
      </p:sp>
      <p:sp>
        <p:nvSpPr>
          <p:cNvPr id="3" name="Subtitle 2"/>
          <p:cNvSpPr>
            <a:spLocks noGrp="1"/>
          </p:cNvSpPr>
          <p:nvPr>
            <p:ph type="subTitle" idx="1"/>
          </p:nvPr>
        </p:nvSpPr>
        <p:spPr/>
        <p:txBody>
          <a:bodyPr>
            <a:normAutofit/>
          </a:bodyPr>
          <a:lstStyle/>
          <a:p>
            <a:r>
              <a:rPr lang="en-US" dirty="0" smtClean="0"/>
              <a:t>Learning Artemis Tasks and Procedures </a:t>
            </a:r>
            <a:endParaRPr lang="en-US" dirty="0"/>
          </a:p>
        </p:txBody>
      </p:sp>
    </p:spTree>
    <p:custDataLst>
      <p:tags r:id="rId1"/>
    </p:custDataLst>
    <p:extLst>
      <p:ext uri="{BB962C8B-B14F-4D97-AF65-F5344CB8AC3E}">
        <p14:creationId xmlns:p14="http://schemas.microsoft.com/office/powerpoint/2010/main" val="11430999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Introduction</a:t>
            </a:r>
            <a:endParaRPr lang="en-US" dirty="0"/>
          </a:p>
        </p:txBody>
      </p:sp>
      <p:sp>
        <p:nvSpPr>
          <p:cNvPr id="3" name="Text Placeholder 2"/>
          <p:cNvSpPr>
            <a:spLocks noGrp="1"/>
          </p:cNvSpPr>
          <p:nvPr>
            <p:ph type="body" idx="1"/>
          </p:nvPr>
        </p:nvSpPr>
        <p:spPr/>
        <p:txBody>
          <a:bodyPr/>
          <a:lstStyle/>
          <a:p>
            <a:r>
              <a:rPr lang="en-US" dirty="0" smtClean="0"/>
              <a:t>Before you begin…</a:t>
            </a:r>
            <a:endParaRPr lang="en-US" dirty="0"/>
          </a:p>
        </p:txBody>
      </p:sp>
    </p:spTree>
    <p:custDataLst>
      <p:tags r:id="rId1"/>
    </p:custDataLst>
    <p:extLst>
      <p:ext uri="{BB962C8B-B14F-4D97-AF65-F5344CB8AC3E}">
        <p14:creationId xmlns:p14="http://schemas.microsoft.com/office/powerpoint/2010/main" val="40617452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this course about?</a:t>
            </a:r>
          </a:p>
          <a:p>
            <a:r>
              <a:rPr lang="en-US" dirty="0" smtClean="0"/>
              <a:t>Methods we’ll use.</a:t>
            </a:r>
          </a:p>
          <a:p>
            <a:r>
              <a:rPr lang="en-US" dirty="0" smtClean="0"/>
              <a:t>Housekeeping – Breaks, questions, et </a:t>
            </a:r>
            <a:r>
              <a:rPr lang="en-US" dirty="0" err="1" smtClean="0"/>
              <a:t>ceteras</a:t>
            </a:r>
            <a:r>
              <a:rPr lang="en-US" dirty="0" smtClean="0"/>
              <a:t>.</a:t>
            </a:r>
          </a:p>
        </p:txBody>
      </p:sp>
      <p:sp>
        <p:nvSpPr>
          <p:cNvPr id="3" name="Title 2"/>
          <p:cNvSpPr>
            <a:spLocks noGrp="1"/>
          </p:cNvSpPr>
          <p:nvPr>
            <p:ph type="title"/>
          </p:nvPr>
        </p:nvSpPr>
        <p:spPr>
          <a:xfrm>
            <a:off x="447675" y="58738"/>
            <a:ext cx="8229600" cy="1071562"/>
          </a:xfrm>
        </p:spPr>
        <p:txBody>
          <a:bodyPr/>
          <a:lstStyle/>
          <a:p>
            <a:r>
              <a:rPr lang="en-US" dirty="0" smtClean="0"/>
              <a:t>Introduction</a:t>
            </a:r>
            <a:endParaRPr lang="en-US" dirty="0"/>
          </a:p>
        </p:txBody>
      </p:sp>
    </p:spTree>
    <p:custDataLst>
      <p:tags r:id="rId1"/>
    </p:custDataLst>
    <p:extLst>
      <p:ext uri="{BB962C8B-B14F-4D97-AF65-F5344CB8AC3E}">
        <p14:creationId xmlns:p14="http://schemas.microsoft.com/office/powerpoint/2010/main" val="2673203357"/>
      </p:ext>
    </p:extLst>
  </p:cSld>
  <p:clrMapOvr>
    <a:masterClrMapping/>
  </p:clrMapOvr>
  <p:transition>
    <p:fade/>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2000" fill="hold"/>
                                        <p:tgtEl>
                                          <p:spTgt spid="2">
                                            <p:txEl>
                                              <p:pRg st="0" end="0"/>
                                            </p:txEl>
                                          </p:spTgt>
                                        </p:tgtEl>
                                        <p:attrNameLst>
                                          <p:attrName>ppt_x</p:attrName>
                                        </p:attrNameLst>
                                      </p:cBhvr>
                                      <p:tavLst>
                                        <p:tav tm="0">
                                          <p:val>
                                            <p:strVal val="1+#ppt_w/2"/>
                                          </p:val>
                                        </p:tav>
                                        <p:tav tm="100000">
                                          <p:val>
                                            <p:strVal val="#ppt_x"/>
                                          </p:val>
                                        </p:tav>
                                      </p:tavLst>
                                    </p:anim>
                                    <p:anim calcmode="lin" valueType="num">
                                      <p:cBhvr additive="base">
                                        <p:cTn id="8" dur="20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2000" fill="hold"/>
                                        <p:tgtEl>
                                          <p:spTgt spid="2">
                                            <p:txEl>
                                              <p:pRg st="1" end="1"/>
                                            </p:txEl>
                                          </p:spTgt>
                                        </p:tgtEl>
                                        <p:attrNameLst>
                                          <p:attrName>ppt_x</p:attrName>
                                        </p:attrNameLst>
                                      </p:cBhvr>
                                      <p:tavLst>
                                        <p:tav tm="0">
                                          <p:val>
                                            <p:strVal val="1+#ppt_w/2"/>
                                          </p:val>
                                        </p:tav>
                                        <p:tav tm="100000">
                                          <p:val>
                                            <p:strVal val="#ppt_x"/>
                                          </p:val>
                                        </p:tav>
                                      </p:tavLst>
                                    </p:anim>
                                    <p:anim calcmode="lin" valueType="num">
                                      <p:cBhvr additive="base">
                                        <p:cTn id="14" dur="20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2000" fill="hold"/>
                                        <p:tgtEl>
                                          <p:spTgt spid="2">
                                            <p:txEl>
                                              <p:pRg st="2" end="2"/>
                                            </p:txEl>
                                          </p:spTgt>
                                        </p:tgtEl>
                                        <p:attrNameLst>
                                          <p:attrName>ppt_x</p:attrName>
                                        </p:attrNameLst>
                                      </p:cBhvr>
                                      <p:tavLst>
                                        <p:tav tm="0">
                                          <p:val>
                                            <p:strVal val="1+#ppt_w/2"/>
                                          </p:val>
                                        </p:tav>
                                        <p:tav tm="100000">
                                          <p:val>
                                            <p:strVal val="#ppt_x"/>
                                          </p:val>
                                        </p:tav>
                                      </p:tavLst>
                                    </p:anim>
                                    <p:anim calcmode="lin" valueType="num">
                                      <p:cBhvr additive="base">
                                        <p:cTn id="20" dur="20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nextCondLst>
                <p:cond evt="onClick" delay="0">
                  <p:tgtEl>
                    <p:spTgt spid="2"/>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295400" y="586582"/>
            <a:ext cx="5539581" cy="5539581"/>
          </a:xfrm>
        </p:spPr>
      </p:pic>
      <p:sp>
        <p:nvSpPr>
          <p:cNvPr id="3" name="Title 2"/>
          <p:cNvSpPr>
            <a:spLocks noGrp="1"/>
          </p:cNvSpPr>
          <p:nvPr>
            <p:ph type="title"/>
          </p:nvPr>
        </p:nvSpPr>
        <p:spPr/>
        <p:txBody>
          <a:bodyPr/>
          <a:lstStyle/>
          <a:p>
            <a:r>
              <a:rPr lang="en-US" dirty="0" smtClean="0"/>
              <a:t>Turn it off, please.</a:t>
            </a:r>
            <a:endParaRPr lang="en-US" dirty="0"/>
          </a:p>
        </p:txBody>
      </p:sp>
    </p:spTree>
    <p:custDataLst>
      <p:tags r:id="rId1"/>
    </p:custDataLst>
    <p:extLst>
      <p:ext uri="{BB962C8B-B14F-4D97-AF65-F5344CB8AC3E}">
        <p14:creationId xmlns:p14="http://schemas.microsoft.com/office/powerpoint/2010/main" val="1031524617"/>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is Artemis?</a:t>
            </a:r>
          </a:p>
          <a:p>
            <a:r>
              <a:rPr lang="en-US" dirty="0" smtClean="0"/>
              <a:t>How does Artemis fit in with our strategy?</a:t>
            </a:r>
          </a:p>
          <a:p>
            <a:r>
              <a:rPr lang="en-US" dirty="0" smtClean="0"/>
              <a:t>How is Artemis different from our FileMaker system?</a:t>
            </a:r>
            <a:endParaRPr lang="en-US" dirty="0"/>
          </a:p>
        </p:txBody>
      </p:sp>
      <p:sp>
        <p:nvSpPr>
          <p:cNvPr id="3" name="Title 2"/>
          <p:cNvSpPr>
            <a:spLocks noGrp="1"/>
          </p:cNvSpPr>
          <p:nvPr>
            <p:ph type="title"/>
          </p:nvPr>
        </p:nvSpPr>
        <p:spPr/>
        <p:txBody>
          <a:bodyPr/>
          <a:lstStyle/>
          <a:p>
            <a:r>
              <a:rPr lang="en-US" dirty="0" smtClean="0"/>
              <a:t>Introducing Artemis</a:t>
            </a:r>
            <a:endParaRPr lang="en-US" dirty="0"/>
          </a:p>
        </p:txBody>
      </p:sp>
    </p:spTree>
    <p:custDataLst>
      <p:tags r:id="rId1"/>
    </p:custDataLst>
    <p:extLst>
      <p:ext uri="{BB962C8B-B14F-4D97-AF65-F5344CB8AC3E}">
        <p14:creationId xmlns:p14="http://schemas.microsoft.com/office/powerpoint/2010/main" val="172926985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Artemis Overview	</a:t>
            </a:r>
            <a:endParaRPr lang="en-US" dirty="0"/>
          </a:p>
        </p:txBody>
      </p:sp>
      <p:sp>
        <p:nvSpPr>
          <p:cNvPr id="3" name="Text Placeholder 2"/>
          <p:cNvSpPr>
            <a:spLocks noGrp="1"/>
          </p:cNvSpPr>
          <p:nvPr>
            <p:ph type="body" idx="1"/>
          </p:nvPr>
        </p:nvSpPr>
        <p:spPr/>
        <p:txBody>
          <a:bodyPr/>
          <a:lstStyle/>
          <a:p>
            <a:r>
              <a:rPr lang="en-US" dirty="0" smtClean="0"/>
              <a:t>A walk through</a:t>
            </a:r>
            <a:endParaRPr lang="en-US" dirty="0"/>
          </a:p>
        </p:txBody>
      </p:sp>
    </p:spTree>
    <p:custDataLst>
      <p:tags r:id="rId1"/>
    </p:custDataLst>
    <p:extLst>
      <p:ext uri="{BB962C8B-B14F-4D97-AF65-F5344CB8AC3E}">
        <p14:creationId xmlns:p14="http://schemas.microsoft.com/office/powerpoint/2010/main" val="3819999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Wrapping it up</a:t>
            </a:r>
            <a:endParaRPr lang="en-US" dirty="0"/>
          </a:p>
        </p:txBody>
      </p:sp>
      <p:sp>
        <p:nvSpPr>
          <p:cNvPr id="3" name="Text Placeholder 2"/>
          <p:cNvSpPr>
            <a:spLocks noGrp="1"/>
          </p:cNvSpPr>
          <p:nvPr>
            <p:ph type="body" idx="1"/>
          </p:nvPr>
        </p:nvSpPr>
        <p:spPr/>
        <p:txBody>
          <a:bodyPr/>
          <a:lstStyle/>
          <a:p>
            <a:endParaRPr lang="en-US" dirty="0"/>
          </a:p>
        </p:txBody>
      </p:sp>
    </p:spTree>
    <p:custDataLst>
      <p:tags r:id="rId1"/>
    </p:custDataLst>
    <p:extLst>
      <p:ext uri="{BB962C8B-B14F-4D97-AF65-F5344CB8AC3E}">
        <p14:creationId xmlns:p14="http://schemas.microsoft.com/office/powerpoint/2010/main" val="8463269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What you learned and what you can do.</a:t>
            </a:r>
          </a:p>
          <a:p>
            <a:r>
              <a:rPr lang="en-US" dirty="0" smtClean="0"/>
              <a:t>Where to get more assistance.</a:t>
            </a:r>
          </a:p>
          <a:p>
            <a:r>
              <a:rPr lang="en-US" dirty="0" smtClean="0"/>
              <a:t>Other training available.</a:t>
            </a:r>
          </a:p>
          <a:p>
            <a:r>
              <a:rPr lang="en-US" dirty="0" smtClean="0"/>
              <a:t>Feedback!</a:t>
            </a:r>
          </a:p>
          <a:p>
            <a:endParaRPr lang="en-US" dirty="0"/>
          </a:p>
        </p:txBody>
      </p:sp>
      <p:sp>
        <p:nvSpPr>
          <p:cNvPr id="3" name="Title 2"/>
          <p:cNvSpPr>
            <a:spLocks noGrp="1"/>
          </p:cNvSpPr>
          <p:nvPr>
            <p:ph type="title"/>
          </p:nvPr>
        </p:nvSpPr>
        <p:spPr/>
        <p:txBody>
          <a:bodyPr/>
          <a:lstStyle/>
          <a:p>
            <a:r>
              <a:rPr lang="en-US" dirty="0" smtClean="0"/>
              <a:t>Wrap Up</a:t>
            </a:r>
            <a:endParaRPr lang="en-US" dirty="0"/>
          </a:p>
        </p:txBody>
      </p:sp>
    </p:spTree>
    <p:custDataLst>
      <p:tags r:id="rId1"/>
    </p:custDataLst>
    <p:extLst>
      <p:ext uri="{BB962C8B-B14F-4D97-AF65-F5344CB8AC3E}">
        <p14:creationId xmlns:p14="http://schemas.microsoft.com/office/powerpoint/2010/main" val="1004612487"/>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2badab31-e97a-423e-9794-12e0c72b62bb"/>
  <p:tag name="ARTICULATE_PRESENTATION_ID" val="5681"/>
  <p:tag name="ARTICULATE_PACKAGE_VERSION" val="1.0"/>
  <p:tag name="ARTICULATE_PACKAGE_AUTHOR" val="Steve Arrants"/>
  <p:tag name="ARTICULATE_PACKAGE_TITLE" val="Using Kronos"/>
  <p:tag name="ARTICULATE_PACKAGE_NAME" val="C:\Users\sarrants\Desktop\Using Kronos_package.zip"/>
  <p:tag name="ARTICULATE_REFERENCE_TYPE_1" val="0"/>
  <p:tag name="ARTICULATE_REFERENCE_1" val="http://kronos-app.sheridanpress.local/wfc/portal"/>
  <p:tag name="ARTICULATE_REFERENCE_TITLE_1" val="Kronos URL"/>
  <p:tag name="ARTICULATE_REFERENCE_ID_1" val="516ee2ca-e750-46eb-8e91-06847430a7c9"/>
  <p:tag name="ARTICULATE_REFERENCE_TYPE_2" val="0"/>
  <p:tag name="ARTICULATE_REFERENCE_2" val="http://www.sheridan.com"/>
  <p:tag name="ARTICULATE_REFERENCE_TITLE_2" val="Kronos Quick Reference Card"/>
  <p:tag name="ARTICULATE_REFERENCE_ID_2" val="009d0ed7-4f5f-4d10-80bd-4c9f833b3811"/>
  <p:tag name="ARTICULATE_REFERENCE_COUNT" val="0"/>
  <p:tag name="ARTICULATE_PLAYER_GLOSSARY_XML" val="&lt;?xml version=&quot;1.0&quot; encoding=&quot;utf-16&quot;?&gt;&lt;glossary xmlns:xsi=&quot;http://www.w3.org/2001/XMLSchema-instance&quot; xmlns:xsd=&quot;http://www.w3.org/2001/XMLSchema&quot;&gt;&lt;terms /&gt;&lt;/glossary&gt;"/>
  <p:tag name="TAG_BACKING_FORM_KEY" val="7932338-c:\users\sarrants\desktop\user assistance for artemis.pptx"/>
  <p:tag name="ARTICULATE_PRESENTER_VERSION" val="7"/>
  <p:tag name="ARTICULATE_USED_PAGE_ORIENTATION" val="1"/>
  <p:tag name="ARTICULATE_USED_PAGE_SIZE" val="1"/>
  <p:tag name="ARTICULATE_SLIDE_COUNT" val="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NNOTATION_TYPE_1" val="2"/>
  <p:tag name="ANNOTATION_START_1" val="3.4"/>
  <p:tag name="ANNOTATION_END_1" val="3.4"/>
  <p:tag name="ANNOTATION_TOP_1" val="-50"/>
  <p:tag name="ANNOTATION_LEFT_1" val="-50"/>
  <p:tag name="ANNOTATION_WIDTH_1" val="1061"/>
  <p:tag name="ANNOTATION_HEIGHT_1" val="821"/>
  <p:tag name="ANNOTATION_ANIMATION_1" val="4"/>
  <p:tag name="ANNOTATION_ROTATION_1" val="0"/>
  <p:tag name="ANNOTATION_SUB_TYPE_1" val="9"/>
  <p:tag name="ANNOTATION_LOOP_COUNT_1" val="1"/>
  <p:tag name="ANNOTATION_BOX_RADIUS_1" val="0"/>
  <p:tag name="ANNOTATION_SCALE_1" val="0"/>
  <p:tag name="ANNOTATION_BORDER_ALPHA_1" val="100"/>
  <p:tag name="ANNOTATION_BORDER_COLOR_1" val="16777215"/>
  <p:tag name="ANNOTATION_FILL_COLOR_1" val="855309"/>
  <p:tag name="ANNOTATION_FILL_ALPHA_1" val="50"/>
  <p:tag name="ANNOTATION_BORDER_WIDTH_1" val="2"/>
  <p:tag name="ANNOTATION_SLIDE_WIDTH_1" val="960"/>
  <p:tag name="ANNOTATION_SLIDE_HEIGHT_1" val="720"/>
  <p:tag name="ANNOTATION_TYPE_2" val="2"/>
  <p:tag name="ANNOTATION_START_2" val="3.4"/>
  <p:tag name="ANNOTATION_TOP_2" val="311"/>
  <p:tag name="ANNOTATION_LEFT_2" val="407"/>
  <p:tag name="ANNOTATION_WIDTH_2" val="552"/>
  <p:tag name="ANNOTATION_HEIGHT_2" val="278"/>
  <p:tag name="ANNOTATION_ANIMATION_2" val="4"/>
  <p:tag name="ANNOTATION_ROTATION_2" val="0"/>
  <p:tag name="ANNOTATION_SUB_TYPE_2" val="9"/>
  <p:tag name="ANNOTATION_LOOP_COUNT_2" val="1"/>
  <p:tag name="ANNOTATION_BOX_RADIUS_2" val="5"/>
  <p:tag name="ANNOTATION_SCALE_2" val="0"/>
  <p:tag name="ANNOTATION_BORDER_ALPHA_2" val="100"/>
  <p:tag name="ANNOTATION_BORDER_COLOR_2" val="16777215"/>
  <p:tag name="ANNOTATION_FILL_COLOR_2" val="855309"/>
  <p:tag name="ANNOTATION_FILL_ALPHA_2" val="50"/>
  <p:tag name="ANNOTATION_BORDER_WIDTH_2" val="2"/>
  <p:tag name="ANNOTATION_SLIDE_WIDTH_2" val="960"/>
  <p:tag name="ANNOTATION_SLIDE_HEIGHT_2" val="720"/>
  <p:tag name="ANNOTATION_COUNT" val="0"/>
  <p:tag name="AUDIO_ID" val="256"/>
  <p:tag name="ARTICULATE_AUDIO_RECORDED" val="1"/>
  <p:tag name="ELAPSEDTIME" val="16.692"/>
  <p:tag name="ARTICULATE_NAV_LEVEL" val="1"/>
  <p:tag name="ARTICULATE_SLIDE_PRESENTER" val="Steve Arrants"/>
  <p:tag name="ARTICULATE_SLIDE_PRESENTER_GUID" val="db1743c2-90b6-47c1-ba23-76c63e66f0fd"/>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heridan 2013">
  <a:themeElements>
    <a:clrScheme name="Custom 1">
      <a:dk1>
        <a:srgbClr val="1F497D"/>
      </a:dk1>
      <a:lt1>
        <a:sysClr val="window" lastClr="FFFFFF"/>
      </a:lt1>
      <a:dk2>
        <a:srgbClr val="1F497D"/>
      </a:dk2>
      <a:lt2>
        <a:srgbClr val="EEECE1"/>
      </a:lt2>
      <a:accent1>
        <a:srgbClr val="1F497D"/>
      </a:accent1>
      <a:accent2>
        <a:srgbClr val="F79646"/>
      </a:accent2>
      <a:accent3>
        <a:srgbClr val="008000"/>
      </a:accent3>
      <a:accent4>
        <a:srgbClr val="95B3D7"/>
      </a:accent4>
      <a:accent5>
        <a:srgbClr val="DBE5F1"/>
      </a:accent5>
      <a:accent6>
        <a:srgbClr val="C2D69B"/>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2163</TotalTime>
  <Words>516</Words>
  <Application>Microsoft Office PowerPoint</Application>
  <PresentationFormat>On-screen Show (4:3)</PresentationFormat>
  <Paragraphs>51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ＭＳ Ｐゴシック</vt:lpstr>
      <vt:lpstr>Arial</vt:lpstr>
      <vt:lpstr>Calibri</vt:lpstr>
      <vt:lpstr>Times New Roman</vt:lpstr>
      <vt:lpstr>Wingdings</vt:lpstr>
      <vt:lpstr>sheridan 2013</vt:lpstr>
      <vt:lpstr>Artemis Productivity</vt:lpstr>
      <vt:lpstr>Course Introduction</vt:lpstr>
      <vt:lpstr>Introduction</vt:lpstr>
      <vt:lpstr>Turn it off, please.</vt:lpstr>
      <vt:lpstr>Introducing Artemis</vt:lpstr>
      <vt:lpstr>Artemis Overview </vt:lpstr>
      <vt:lpstr>Wrapping it up</vt:lpstr>
      <vt:lpstr>Wrap Up</vt:lpstr>
    </vt:vector>
  </TitlesOfParts>
  <Company>Sheridan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Kronos</dc:title>
  <dc:creator>Steve Arrants</dc:creator>
  <cp:keywords>HR, time off, KRONOS</cp:keywords>
  <cp:lastModifiedBy>Steve Arrants</cp:lastModifiedBy>
  <cp:revision>428</cp:revision>
  <dcterms:created xsi:type="dcterms:W3CDTF">2014-10-07T13:22:40Z</dcterms:created>
  <dcterms:modified xsi:type="dcterms:W3CDTF">2014-12-09T20:03:33Z</dcterms:modified>
  <cp:contentStatus>Review</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Using Kronos</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79B662F4-F5F3-48DE-BDB0-BB375902D15C</vt:lpwstr>
  </property>
  <property fmtid="{D5CDD505-2E9C-101B-9397-08002B2CF9AE}" pid="6" name="ArticulateProjectFull">
    <vt:lpwstr>C:\Users\sarrants\Desktop\artemistrainingDECK.ppta</vt:lpwstr>
  </property>
</Properties>
</file>