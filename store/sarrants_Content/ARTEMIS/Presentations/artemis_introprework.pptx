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71" r:id="rId3"/>
    <p:sldId id="273" r:id="rId4"/>
    <p:sldId id="272" r:id="rId5"/>
    <p:sldId id="267" r:id="rId6"/>
    <p:sldId id="257" r:id="rId7"/>
    <p:sldId id="266" r:id="rId8"/>
    <p:sldId id="270" r:id="rId9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85" autoAdjust="0"/>
  </p:normalViewPr>
  <p:slideViewPr>
    <p:cSldViewPr snapToGrid="0" snapToObjects="1">
      <p:cViewPr varScale="1">
        <p:scale>
          <a:sx n="68" d="100"/>
          <a:sy n="68" d="100"/>
        </p:scale>
        <p:origin x="66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C2FDD-BC92-4925-93E9-E1B246DD27CA}" type="datetimeFigureOut">
              <a:rPr lang="en-US" smtClean="0"/>
              <a:t>12/17/2014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D6E14-D484-49ED-8AD3-CEE53887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2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D6E14-D484-49ED-8AD3-CEE53887FB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15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D6E14-D484-49ED-8AD3-CEE53887FB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81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56"/>
          <a:stretch/>
        </p:blipFill>
        <p:spPr>
          <a:xfrm>
            <a:off x="0" y="0"/>
            <a:ext cx="3796339" cy="6858000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49836" y="2443141"/>
            <a:ext cx="6078470" cy="1737078"/>
          </a:xfrm>
        </p:spPr>
        <p:txBody>
          <a:bodyPr/>
          <a:lstStyle>
            <a:lvl1pPr algn="r">
              <a:defRPr sz="4000" b="1" baseline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9836" y="4323401"/>
            <a:ext cx="6078470" cy="699534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rgbClr val="71BF4B"/>
                </a:solidFill>
                <a:latin typeface="Calibri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5" name="Picture 4" descr="TSG-logo-transparen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891" y="1096855"/>
            <a:ext cx="1891779" cy="9392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6553200" cy="228600"/>
          </a:xfrm>
          <a:prstGeom prst="rect">
            <a:avLst/>
          </a:prstGeom>
          <a:gradFill flip="none" rotWithShape="1">
            <a:gsLst>
              <a:gs pos="0">
                <a:srgbClr val="71BF4B"/>
              </a:gs>
              <a:gs pos="100000">
                <a:srgbClr val="5D9E3F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629400" y="6629400"/>
            <a:ext cx="2514600" cy="228600"/>
          </a:xfrm>
          <a:prstGeom prst="rect">
            <a:avLst/>
          </a:prstGeom>
          <a:gradFill flip="none" rotWithShape="1">
            <a:gsLst>
              <a:gs pos="0">
                <a:srgbClr val="103A5E"/>
              </a:gs>
              <a:gs pos="100000">
                <a:srgbClr val="0B2A4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2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457200" marR="0" indent="-4572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1BF4B"/>
              </a:buClr>
              <a:buSzTx/>
              <a:buFont typeface="Wingdings" charset="2"/>
              <a:buChar char="§"/>
              <a:tabLst/>
              <a:defRPr sz="2400" b="1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charset="2"/>
              <a:buChar char="§"/>
              <a:tabLst/>
              <a:defRPr sz="240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3pPr>
            <a:lvl4pPr marL="16002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4pPr>
            <a:lvl5pPr marL="20574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139701"/>
            <a:ext cx="8229600" cy="10715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9895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56"/>
          <a:stretch/>
        </p:blipFill>
        <p:spPr>
          <a:xfrm>
            <a:off x="0" y="0"/>
            <a:ext cx="3796339" cy="6858000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3388925"/>
            <a:ext cx="7772400" cy="1362075"/>
          </a:xfrm>
        </p:spPr>
        <p:txBody>
          <a:bodyPr anchor="t"/>
          <a:lstStyle>
            <a:lvl1pPr algn="l">
              <a:defRPr sz="3600" b="0" cap="none">
                <a:solidFill>
                  <a:srgbClr val="103A5E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888738"/>
            <a:ext cx="7772400" cy="1500187"/>
          </a:xfrm>
        </p:spPr>
        <p:txBody>
          <a:bodyPr anchor="b"/>
          <a:lstStyle>
            <a:lvl1pPr marL="0" indent="0">
              <a:buNone/>
              <a:defRPr sz="2000" b="0">
                <a:solidFill>
                  <a:srgbClr val="71BF4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7" name="Picture 6" descr="TSG-logo-transparen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410200"/>
            <a:ext cx="1447800" cy="7188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90800" y="6629400"/>
            <a:ext cx="6553200" cy="228600"/>
          </a:xfrm>
          <a:prstGeom prst="rect">
            <a:avLst/>
          </a:prstGeom>
          <a:gradFill flip="none" rotWithShape="1">
            <a:gsLst>
              <a:gs pos="0">
                <a:srgbClr val="71BF4B"/>
              </a:gs>
              <a:gs pos="100000">
                <a:srgbClr val="5D9E3F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2514600" cy="228600"/>
          </a:xfrm>
          <a:prstGeom prst="rect">
            <a:avLst/>
          </a:prstGeom>
          <a:gradFill flip="none" rotWithShape="1">
            <a:gsLst>
              <a:gs pos="0">
                <a:srgbClr val="103A5E"/>
              </a:gs>
              <a:gs pos="100000">
                <a:srgbClr val="0B2A4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617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444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rgbClr val="71BF4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rgbClr val="71BF4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80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8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458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4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580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rgbClr val="71BF4B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3594100" y="1435100"/>
            <a:ext cx="5092700" cy="4691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029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800600"/>
            <a:ext cx="8229600" cy="56673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612775"/>
            <a:ext cx="8229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367338"/>
            <a:ext cx="8229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50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30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ea typeface="ＭＳ Ｐゴシック" pitchFamily="-111" charset="-128"/>
            </a:endParaRPr>
          </a:p>
        </p:txBody>
      </p:sp>
      <p:sp>
        <p:nvSpPr>
          <p:cNvPr id="9" name="Snip Diagonal Corner Rectangle 8"/>
          <p:cNvSpPr/>
          <p:nvPr/>
        </p:nvSpPr>
        <p:spPr>
          <a:xfrm>
            <a:off x="457200" y="1752600"/>
            <a:ext cx="8305800" cy="4648200"/>
          </a:xfrm>
          <a:prstGeom prst="snip2DiagRect">
            <a:avLst>
              <a:gd name="adj1" fmla="val 0"/>
              <a:gd name="adj2" fmla="val 3392"/>
            </a:avLst>
          </a:prstGeom>
          <a:gradFill flip="none" rotWithShape="1">
            <a:gsLst>
              <a:gs pos="0">
                <a:schemeClr val="tx1">
                  <a:alpha val="5000"/>
                </a:schemeClr>
              </a:gs>
              <a:gs pos="100000">
                <a:schemeClr val="bg1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500" dirty="0">
              <a:solidFill>
                <a:srgbClr val="8B8D8E">
                  <a:lumMod val="50000"/>
                </a:srgbClr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840403"/>
            <a:ext cx="6324600" cy="754062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rgbClr val="0073CF"/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78603"/>
            <a:ext cx="6324600" cy="1198197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5562600"/>
            <a:ext cx="6324600" cy="609600"/>
          </a:xfrm>
        </p:spPr>
        <p:txBody>
          <a:bodyPr anchor="b" anchorCtr="0"/>
          <a:lstStyle>
            <a:lvl1pPr>
              <a:defRPr sz="12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 smtClean="0"/>
              <a:t>DATE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410200"/>
            <a:ext cx="1744983" cy="5682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nip Diagonal Corner Rectangle 11"/>
          <p:cNvSpPr/>
          <p:nvPr/>
        </p:nvSpPr>
        <p:spPr>
          <a:xfrm>
            <a:off x="0" y="6172200"/>
            <a:ext cx="9144000" cy="685800"/>
          </a:xfrm>
          <a:prstGeom prst="snip2Diag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chemeClr val="tx1">
                  <a:alpha val="5000"/>
                </a:schemeClr>
              </a:gs>
              <a:gs pos="100000">
                <a:schemeClr val="bg1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500" dirty="0">
              <a:solidFill>
                <a:srgbClr val="8B8D8E">
                  <a:lumMod val="50000"/>
                </a:srgbClr>
              </a:solidFill>
              <a:ea typeface="ＭＳ Ｐゴシック" pitchFamily="34" charset="-128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56"/>
          <a:stretch/>
        </p:blipFill>
        <p:spPr>
          <a:xfrm>
            <a:off x="0" y="0"/>
            <a:ext cx="1247514" cy="2253606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sp>
        <p:nvSpPr>
          <p:cNvPr id="8" name="Snip Diagonal Corner Rectangle 7"/>
          <p:cNvSpPr/>
          <p:nvPr/>
        </p:nvSpPr>
        <p:spPr>
          <a:xfrm>
            <a:off x="0" y="6172200"/>
            <a:ext cx="9144000" cy="685800"/>
          </a:xfrm>
          <a:prstGeom prst="snip2Diag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chemeClr val="tx1">
                  <a:alpha val="5000"/>
                </a:schemeClr>
              </a:gs>
              <a:gs pos="100000">
                <a:schemeClr val="bg1"/>
              </a:gs>
            </a:gsLst>
            <a:lin ang="162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500" dirty="0">
              <a:solidFill>
                <a:srgbClr val="8B8D8E">
                  <a:lumMod val="50000"/>
                </a:srgbClr>
              </a:solidFill>
              <a:ea typeface="ＭＳ Ｐゴシック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39701"/>
            <a:ext cx="8229600" cy="107156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219494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Calibri"/>
                <a:cs typeface="Calibri"/>
              </a:defRPr>
            </a:lvl1pPr>
          </a:lstStyle>
          <a:p>
            <a:endParaRPr lang="en-US"/>
          </a:p>
        </p:txBody>
      </p:sp>
      <p:pic>
        <p:nvPicPr>
          <p:cNvPr id="4" name="Picture 3" descr="TSG-logo-transparent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82" y="6255033"/>
            <a:ext cx="1296018" cy="422020"/>
          </a:xfrm>
          <a:prstGeom prst="rect">
            <a:avLst/>
          </a:prstGeom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2839895" y="6492875"/>
            <a:ext cx="0" cy="254000"/>
          </a:xfrm>
          <a:prstGeom prst="line">
            <a:avLst/>
          </a:prstGeom>
          <a:noFill/>
          <a:ln w="12700">
            <a:solidFill>
              <a:srgbClr val="71BF4B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09887" y="6492875"/>
            <a:ext cx="442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fld id="{30B722CE-2749-4450-AA7E-D0812E0771F0}" type="slidenum">
              <a:rPr lang="en-US" sz="900" b="1">
                <a:solidFill>
                  <a:schemeClr val="accent1"/>
                </a:solidFill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accent1"/>
              </a:solidFill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>
            <a:off x="2839895" y="6492875"/>
            <a:ext cx="0" cy="254000"/>
          </a:xfrm>
          <a:prstGeom prst="line">
            <a:avLst/>
          </a:prstGeom>
          <a:noFill/>
          <a:ln w="12700">
            <a:solidFill>
              <a:srgbClr val="71BF4B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09887" y="6492875"/>
            <a:ext cx="442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fld id="{30B722CE-2749-4450-AA7E-D0812E0771F0}" type="slidenum">
              <a:rPr lang="en-US" sz="900" b="1">
                <a:solidFill>
                  <a:schemeClr val="accent1"/>
                </a:solidFill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3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rgbClr val="103A5E"/>
          </a:solidFill>
          <a:latin typeface="Calibri"/>
          <a:ea typeface="+mj-ea"/>
          <a:cs typeface="Calibri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Clr>
          <a:srgbClr val="71BF4B"/>
        </a:buClr>
        <a:buFont typeface="Wingdings" charset="2"/>
        <a:buChar char="§"/>
        <a:defRPr sz="2000" b="0" kern="1200">
          <a:solidFill>
            <a:schemeClr val="tx1"/>
          </a:solidFill>
          <a:latin typeface="Calibri"/>
          <a:ea typeface="+mn-ea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ClrTx/>
        <a:buFont typeface="Wingdings" charset="2"/>
        <a:buChar char="§"/>
        <a:defRPr sz="2000" kern="1200">
          <a:solidFill>
            <a:schemeClr val="tx1"/>
          </a:solidFill>
          <a:latin typeface="Calibri"/>
          <a:ea typeface="+mn-ea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+mn-ea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+mn-ea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+mn-ea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8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8.png"/><Relationship Id="rId4" Type="http://schemas.openxmlformats.org/officeDocument/2006/relationships/tags" Target="../tags/tag9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3.xml"/><Relationship Id="rId7" Type="http://schemas.openxmlformats.org/officeDocument/2006/relationships/image" Target="../media/image9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8.png"/><Relationship Id="rId4" Type="http://schemas.openxmlformats.org/officeDocument/2006/relationships/tags" Target="../tags/tag14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7.xml"/><Relationship Id="rId7" Type="http://schemas.openxmlformats.org/officeDocument/2006/relationships/image" Target="../media/image6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8.xm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Artemis Training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Overview and </a:t>
            </a:r>
            <a:r>
              <a:rPr lang="en-US" dirty="0" err="1" smtClean="0"/>
              <a:t>Prework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58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0" y="-218152"/>
            <a:ext cx="4572000" cy="89562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What is Artemis?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Article Routing Tracking Exchange and Management Integration System replaces </a:t>
            </a:r>
            <a:r>
              <a:rPr lang="en-US" dirty="0" err="1">
                <a:solidFill>
                  <a:srgbClr val="000000"/>
                </a:solidFill>
                <a:latin typeface="Segoe UI" panose="020B0502040204020203" pitchFamily="34" charset="0"/>
              </a:rPr>
              <a:t>FMP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Segoe UI" panose="020B0502040204020203" pitchFamily="34" charset="0"/>
              </a:rPr>
              <a:t>eTP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, Dickens (files kept in Amazon Cloud) and uses </a:t>
            </a:r>
            <a:r>
              <a:rPr lang="en-US" dirty="0" err="1">
                <a:solidFill>
                  <a:srgbClr val="000000"/>
                </a:solidFill>
                <a:latin typeface="Segoe UI" panose="020B0502040204020203" pitchFamily="34" charset="0"/>
              </a:rPr>
              <a:t>TAC</a:t>
            </a:r>
            <a:endParaRPr 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Who is going to use Artemis?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All DJS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In future, customers and vendors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 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Artemis Components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AD, FB, AR, IS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Get Chrome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What are your credentials?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Click here to log in to Artemis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Brief tour of interface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If you are successful, send email to your GL.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How to Log Out</a:t>
            </a:r>
          </a:p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What's Next</a:t>
            </a:r>
          </a:p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Quiz/Evaluation</a:t>
            </a: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Workflow</a:t>
            </a:r>
          </a:p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S3 Amazon tasks components assets issues articles ads front matter back matter </a:t>
            </a:r>
            <a:r>
              <a:rPr lang="en-US" dirty="0" err="1" smtClean="0">
                <a:solidFill>
                  <a:srgbClr val="000000"/>
                </a:solidFill>
                <a:latin typeface="Segoe UI" panose="020B0502040204020203" pitchFamily="34" charset="0"/>
              </a:rPr>
              <a:t>TNQ</a:t>
            </a:r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 copy edit issue-sequencing browser username password training trainer technical HELP DJS Sheridan Winning easy</a:t>
            </a:r>
            <a:endParaRPr lang="en-US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571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551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etete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14" y="1600200"/>
            <a:ext cx="7311171" cy="452596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80144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Your Artemis Training Timeline</a:t>
            </a:r>
            <a:endParaRPr lang="en-US"/>
          </a:p>
        </p:txBody>
      </p:sp>
      <p:pic>
        <p:nvPicPr>
          <p:cNvPr id="9" name="Picture 8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362200"/>
            <a:ext cx="5359400" cy="2100203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588000"/>
            <a:ext cx="2560320" cy="61447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1" name="Picture 10"/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20" y="5588000"/>
            <a:ext cx="2560320" cy="61447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96291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Artemis?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Artemis is the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rticle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 smtClean="0"/>
              <a:t>outing, </a:t>
            </a:r>
            <a:r>
              <a:rPr lang="en-US" dirty="0">
                <a:solidFill>
                  <a:srgbClr val="C00000"/>
                </a:solidFill>
              </a:rPr>
              <a:t>T</a:t>
            </a:r>
            <a:r>
              <a:rPr lang="en-US" dirty="0" smtClean="0"/>
              <a:t>racking,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/>
              <a:t>xchange, and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dirty="0" smtClean="0"/>
              <a:t>anagement </a:t>
            </a:r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dirty="0" smtClean="0"/>
              <a:t>ntegration </a:t>
            </a:r>
            <a:r>
              <a:rPr lang="en-US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ystem.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65616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An Overview of Artemis</a:t>
            </a:r>
            <a:endParaRPr lang="en-US" dirty="0"/>
          </a:p>
        </p:txBody>
      </p:sp>
      <p:pic>
        <p:nvPicPr>
          <p:cNvPr id="12" name="Picture 11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362200"/>
            <a:ext cx="5359400" cy="2100203"/>
          </a:xfrm>
          <a:prstGeom prst="rect">
            <a:avLst/>
          </a:prstGeom>
        </p:spPr>
      </p:pic>
      <p:pic>
        <p:nvPicPr>
          <p:cNvPr id="13" name="Picture 12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588000"/>
            <a:ext cx="2560320" cy="61447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4" name="Picture 13"/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20" y="5588000"/>
            <a:ext cx="2560320" cy="61447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327172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Tasks </a:t>
            </a:r>
            <a:endParaRPr lang="en-US"/>
          </a:p>
        </p:txBody>
      </p:sp>
      <p:pic>
        <p:nvPicPr>
          <p:cNvPr id="18" name="Picture 17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362200"/>
            <a:ext cx="5359400" cy="2100203"/>
          </a:xfrm>
          <a:prstGeom prst="rect">
            <a:avLst/>
          </a:prstGeom>
        </p:spPr>
      </p:pic>
      <p:pic>
        <p:nvPicPr>
          <p:cNvPr id="19" name="Picture 18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588000"/>
            <a:ext cx="2560320" cy="61447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0" name="Picture 19"/>
          <p:cNvPicPr>
            <a:picLocks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920" y="5588000"/>
            <a:ext cx="2560320" cy="61447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custDataLst>
      <p:tags r:id="rId1"/>
    </p:custDataLst>
    <p:extLst>
      <p:ext uri="{BB962C8B-B14F-4D97-AF65-F5344CB8AC3E}">
        <p14:creationId xmlns:p14="http://schemas.microsoft.com/office/powerpoint/2010/main" val="237558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CHECK" val="0"/>
  <p:tag name="ARTICULATE_PRESENTATION_ID" val="4787"/>
  <p:tag name="ARTICULATE_REFERENCE_ID" val="66af944b-a2db-4f0c-af21-5303a0c78edd"/>
  <p:tag name="TAG_BACKING_FORM_KEY" val="1969126-c:\users\sarrants\desktop\artemis_prework.pptx"/>
  <p:tag name="ARTICULATE_USED_PAGE_ORIENTATION" val="1"/>
  <p:tag name="ARTICULATE_USED_PAGE_SIZE" val="1"/>
  <p:tag name="ARTICULATE_SLIDE_COUNT" val="8"/>
  <p:tag name="ARTICULATE_PROJECT_OPEN" val="1"/>
  <p:tag name="ARTICULATE_PRESENTER_VERSION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DIO_ID" val="256"/>
  <p:tag name="ARTICULATE_USED_LAYOUT" val="1"/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_PROPERTIES_UNSET" val="1"/>
  <p:tag name="ARTICULATE_PLAYER_SEEKBAR" val="False"/>
  <p:tag name="ARTICULATE_PLAYER_CONTROL_PLAYPAUSE" val="False"/>
  <p:tag name="ENGAGE_INTERACTION_FILENAME" val="C:\Users\sarrants\Desktop\Your Artemis Training Timeline.intr"/>
  <p:tag name="ARTICULATE_SLIDE_PAUSE" val="0"/>
  <p:tag name="ARTICULATE_LOCK_SLIDE" val="0"/>
  <p:tag name="ENGAGE_INTERACTION_FINISH" val="2"/>
  <p:tag name="ENGAGE_INTERACTION_FINISH_MESSAGE" val="Next Slide"/>
  <p:tag name="AUDIO_ID" val="267"/>
  <p:tag name="ARTICULATE_USED_LAYOUT" val="6"/>
  <p:tag name="ARTICULATE_SHOW_IN_MENU" val="multipleitems"/>
  <p:tag name="ARTICULATE_SLIDE_THUMBNAIL_REFRESH" val="1"/>
  <p:tag name="OVERRIDE" val="ENGAGE_INTERACTION_SLIDE"/>
  <p:tag name="ENGAGE_INTERACTION_TITLE" val="Your Artemis Training Timeline"/>
  <p:tag name="ARTICULATE_DESCRIPTION" val="Timeline - 3 Periods, 9 Events (Including Introduction)"/>
  <p:tag name="ENGAGE_INTERACTION_SLIDE_ID" val="267"/>
  <p:tag name="ENGAGE_INTERACTION_FORCE_UPDATE" val="0"/>
  <p:tag name="ENGAGE_LAST_MODIFY_DATE" val="41990.6396412037"/>
  <p:tag name="EMBEDDEDCONTENT_LASTWRITETIMEUTC" val="2014-12-17 20:21:05Z"/>
  <p:tag name="ELAPSEDTIME" val="45"/>
  <p:tag name="ENGAGE_PRESENTATION_MODE" val="interactiv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A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B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A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DIO_ID" val="257"/>
  <p:tag name="ARTICULATE_USED_LAYOUT" val="2"/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_PROPERTIES_UNSET" val="1"/>
  <p:tag name="ARTICULATE_PLAYER_SEEKBAR" val="False"/>
  <p:tag name="ARTICULATE_PLAYER_CONTROL_PLAYPAUSE" val="False"/>
  <p:tag name="ENGAGE_INTERACTION_FILENAME" val="C:\Users\sarrants\Desktop\Templates\An Overview of Artemis.intr"/>
  <p:tag name="ARTICULATE_SLIDE_PAUSE" val="0"/>
  <p:tag name="ARTICULATE_LOCK_SLIDE" val="0"/>
  <p:tag name="ENGAGE_INTERACTION_FINISH" val="2"/>
  <p:tag name="ENGAGE_INTERACTION_FINISH_MESSAGE" val="Next Slide"/>
  <p:tag name="ARTICULATE_SHOW_IN_MENU" val="multipleitems"/>
  <p:tag name="AUDIO_ID" val="266"/>
  <p:tag name="ARTICULATE_USED_LAYOUT" val="6"/>
  <p:tag name="ARTICULATE_SLIDE_THUMBNAIL_REFRESH" val="1"/>
  <p:tag name="OVERRIDE" val="ENGAGE_INTERACTION_SLIDE"/>
  <p:tag name="ENGAGE_INTERACTION_TITLE" val="An Overview of Artemis"/>
  <p:tag name="ARTICULATE_DESCRIPTION" val="Accordion - 4 Panels (Including Introduction)"/>
  <p:tag name="ENGAGE_INTERACTION_SLIDE_ID" val="266"/>
  <p:tag name="ENGAGE_INTERACTION_FORCE_UPDATE" val="0"/>
  <p:tag name="ENGAGE_LAST_MODIFY_DATE" val="41990.7088310185"/>
  <p:tag name="EMBEDDEDCONTENT_LASTWRITETIMEUTC" val="2014-12-17 22:00:43Z"/>
  <p:tag name="ELAPSEDTIME" val="20"/>
  <p:tag name="ENGAGE_PRESENTATION_MODE" val="interactiv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A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B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A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_PROPERTIES_UNSET" val="1"/>
  <p:tag name="ARTICULATE_PLAYER_SEEKBAR" val="False"/>
  <p:tag name="ARTICULATE_PLAYER_CONTROL_PLAYPAUSE" val="False"/>
  <p:tag name="ENGAGE_INTERACTION_FILENAME" val="C:\Users\sarrants\Desktop\Tasks .intr"/>
  <p:tag name="ARTICULATE_SLIDE_PAUSE" val="0"/>
  <p:tag name="ARTICULATE_LOCK_SLIDE" val="0"/>
  <p:tag name="ARTICULATE_SHOW_IN_MENU" val="multipleitems"/>
  <p:tag name="ENGAGE_INTERACTION_FINISH" val="2"/>
  <p:tag name="ENGAGE_INTERACTION_FINISH_MESSAGE" val="Next Slide"/>
  <p:tag name="OVERRIDE" val="ENGAGE_INTERACTION_SLIDE"/>
  <p:tag name="ENGAGE_INTERACTION_TITLE" val="Tasks "/>
  <p:tag name="ARTICULATE_DESCRIPTION" val="Process - 4 Steps (Including Introduction)"/>
  <p:tag name="ENGAGE_INTERACTION_SLIDE_ID" val="270"/>
  <p:tag name="ENGAGE_INTERACTION_FORCE_UPDATE" val="0"/>
  <p:tag name="ENGAGE_LAST_MODIFY_DATE" val="41990.5743865741"/>
  <p:tag name="EMBEDDEDCONTENT_LASTWRITETIMEUTC" val="2014-12-17 18:47:07Z"/>
  <p:tag name="ELAPSEDTIME" val="20"/>
  <p:tag name="ENGAGE_PRESENTATION_MODE" val="interactiv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A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B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_PROPERTY" val="1"/>
  <p:tag name="ART_ENGAGE_A" val="1"/>
</p:tagLst>
</file>

<file path=ppt/theme/theme1.xml><?xml version="1.0" encoding="utf-8"?>
<a:theme xmlns:a="http://schemas.openxmlformats.org/drawingml/2006/main" name="sheridan 2013">
  <a:themeElements>
    <a:clrScheme name="Custom 1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1F497D"/>
      </a:accent1>
      <a:accent2>
        <a:srgbClr val="F79646"/>
      </a:accent2>
      <a:accent3>
        <a:srgbClr val="008000"/>
      </a:accent3>
      <a:accent4>
        <a:srgbClr val="95B3D7"/>
      </a:accent4>
      <a:accent5>
        <a:srgbClr val="DBE5F1"/>
      </a:accent5>
      <a:accent6>
        <a:srgbClr val="C2D69B"/>
      </a:accent6>
      <a:hlink>
        <a:srgbClr val="0000FF"/>
      </a:hlink>
      <a:folHlink>
        <a:srgbClr val="800080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1E6F80-2B6B-4405-9834-024B294A750B}">
  <we:reference id="wa104038830" version="1.0.0.3" store="en-001" storeType="OMEX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sheridan 2013.thmx</Template>
  <TotalTime>442</TotalTime>
  <Words>64</Words>
  <Application>Microsoft Office PowerPoint</Application>
  <PresentationFormat>On-screen Show (4:3)</PresentationFormat>
  <Paragraphs>34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Calibri</vt:lpstr>
      <vt:lpstr>Segoe UI</vt:lpstr>
      <vt:lpstr>Wingdings</vt:lpstr>
      <vt:lpstr>sheridan 2013</vt:lpstr>
      <vt:lpstr>Artemis Training</vt:lpstr>
      <vt:lpstr>PowerPoint Presentation</vt:lpstr>
      <vt:lpstr>PowerPoint Presentation</vt:lpstr>
      <vt:lpstr>etete</vt:lpstr>
      <vt:lpstr>Your Artemis Training Timeline</vt:lpstr>
      <vt:lpstr>What is Artemis?</vt:lpstr>
      <vt:lpstr>An Overview of Artemis</vt:lpstr>
      <vt:lpstr>Tasks </vt:lpstr>
    </vt:vector>
  </TitlesOfParts>
  <Company>The Sheridan 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Marie Ketner</dc:creator>
  <cp:lastModifiedBy>Steve Arrants</cp:lastModifiedBy>
  <cp:revision>63</cp:revision>
  <dcterms:created xsi:type="dcterms:W3CDTF">2013-06-24T17:59:20Z</dcterms:created>
  <dcterms:modified xsi:type="dcterms:W3CDTF">2014-12-17T22:00:48Z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Path">
    <vt:lpwstr>sheridan_template basic</vt:lpwstr>
  </property>
  <property fmtid="{D5CDD505-2E9C-101B-9397-08002B2CF9AE}" pid="3" name="ArticulateProjectVersion">
    <vt:lpwstr>7</vt:lpwstr>
  </property>
  <property fmtid="{D5CDD505-2E9C-101B-9397-08002B2CF9AE}" pid="4" name="ArticulateUseProject">
    <vt:lpwstr>1</vt:lpwstr>
  </property>
  <property fmtid="{D5CDD505-2E9C-101B-9397-08002B2CF9AE}" pid="5" name="ArticulateGUID">
    <vt:lpwstr>907AF00C-0283-4EDE-9497-887DED34F904</vt:lpwstr>
  </property>
  <property fmtid="{D5CDD505-2E9C-101B-9397-08002B2CF9AE}" pid="6" name="ArticulateProjectFull">
    <vt:lpwstr>C:\Users\sarrants\Desktop\artemis_introprework.ppta</vt:lpwstr>
  </property>
</Properties>
</file>